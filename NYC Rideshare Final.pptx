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4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5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  <p:sldMasterId id="2147483869" r:id="rId2"/>
    <p:sldMasterId id="2147483871" r:id="rId3"/>
    <p:sldMasterId id="2147483873" r:id="rId4"/>
    <p:sldMasterId id="2147483880" r:id="rId5"/>
    <p:sldMasterId id="2147483904" r:id="rId6"/>
  </p:sldMasterIdLst>
  <p:notesMasterIdLst>
    <p:notesMasterId r:id="rId14"/>
  </p:notesMasterIdLst>
  <p:sldIdLst>
    <p:sldId id="256" r:id="rId7"/>
    <p:sldId id="261" r:id="rId8"/>
    <p:sldId id="262" r:id="rId9"/>
    <p:sldId id="264" r:id="rId10"/>
    <p:sldId id="269" r:id="rId11"/>
    <p:sldId id="273" r:id="rId12"/>
    <p:sldId id="272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6783045-9A5C-0B42-91F0-436C64F75371}">
          <p14:sldIdLst>
            <p14:sldId id="256"/>
            <p14:sldId id="261"/>
            <p14:sldId id="262"/>
            <p14:sldId id="264"/>
            <p14:sldId id="269"/>
            <p14:sldId id="273"/>
          </p14:sldIdLst>
        </p14:section>
        <p14:section name="Backup" id="{B085E3EE-7688-9947-B80D-2F7D407A3213}">
          <p14:sldIdLst>
            <p14:sldId id="272"/>
          </p14:sldIdLst>
        </p14:section>
        <p14:section name="Old" id="{312952AA-8B7E-FA40-BC7C-58ADF6CF7B0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B4F0"/>
    <a:srgbClr val="FDE4BF"/>
    <a:srgbClr val="DADADA"/>
    <a:srgbClr val="8E9EA4"/>
    <a:srgbClr val="AB87EA"/>
    <a:srgbClr val="FFFC00"/>
    <a:srgbClr val="7BE67B"/>
    <a:srgbClr val="007216"/>
    <a:srgbClr val="B3B9D0"/>
    <a:srgbClr val="DF6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/>
    <p:restoredTop sz="94694"/>
  </p:normalViewPr>
  <p:slideViewPr>
    <p:cSldViewPr snapToGrid="0">
      <p:cViewPr varScale="1">
        <p:scale>
          <a:sx n="121" d="100"/>
          <a:sy n="121" d="100"/>
        </p:scale>
        <p:origin x="1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FDB6-89F1-2F49-A8CD-846143E8A628}" type="datetimeFigureOut">
              <a:rPr lang="en-US" smtClean="0"/>
              <a:t>2/27/24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E1904F-C654-754D-B3D8-9075AA26B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4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1904F-C654-754D-B3D8-9075AA26B8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380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5.xml"/><Relationship Id="rId4" Type="http://schemas.openxmlformats.org/officeDocument/2006/relationships/hyperlink" Target="http://bit.ly/2TtBDfr" TargetMode="Externa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537625" y="949300"/>
            <a:ext cx="7035600" cy="4369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" name="Google Shape;10;p2"/>
          <p:cNvSpPr/>
          <p:nvPr/>
        </p:nvSpPr>
        <p:spPr>
          <a:xfrm>
            <a:off x="0" y="1673367"/>
            <a:ext cx="4322700" cy="518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Google Shape;11;p2"/>
          <p:cNvSpPr/>
          <p:nvPr/>
        </p:nvSpPr>
        <p:spPr>
          <a:xfrm flipH="1">
            <a:off x="1034200" y="0"/>
            <a:ext cx="10867800" cy="68580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805750" y="2931567"/>
            <a:ext cx="4322700" cy="20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Julius Sans One"/>
              <a:buNone/>
              <a:defRPr sz="4000" b="1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299250" y="5539167"/>
            <a:ext cx="38292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3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5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784875" y="2797579"/>
            <a:ext cx="3423600" cy="11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151175" y="1376012"/>
            <a:ext cx="3057300" cy="11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127050" y="4427067"/>
            <a:ext cx="2081400" cy="6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 flipH="1">
            <a:off x="2814150" y="-1684000"/>
            <a:ext cx="37575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/>
          <p:nvPr/>
        </p:nvSpPr>
        <p:spPr>
          <a:xfrm flipH="1">
            <a:off x="7919875" y="5101033"/>
            <a:ext cx="1296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13053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accent5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13225" y="1898867"/>
            <a:ext cx="60750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marR="50799" lvl="0" indent="-317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317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13225" y="707445"/>
            <a:ext cx="57681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 flipH="1">
            <a:off x="5808550" y="2045200"/>
            <a:ext cx="4800600" cy="6400800"/>
          </a:xfrm>
          <a:prstGeom prst="rtTriangl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</p:spTree>
    <p:extLst>
      <p:ext uri="{BB962C8B-B14F-4D97-AF65-F5344CB8AC3E}">
        <p14:creationId xmlns:p14="http://schemas.microsoft.com/office/powerpoint/2010/main" val="3777317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columnas " type="twoColTx">
  <p:cSld name="Título y dos columnas ">
    <p:bg>
      <p:bgPr>
        <a:solidFill>
          <a:schemeClr val="accent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833927" y="3522103"/>
            <a:ext cx="31008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5209273" y="3522103"/>
            <a:ext cx="31008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1554977" y="2647680"/>
            <a:ext cx="1658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 idx="3"/>
          </p:nvPr>
        </p:nvSpPr>
        <p:spPr>
          <a:xfrm>
            <a:off x="5930323" y="2647680"/>
            <a:ext cx="1658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 rot="10800000">
            <a:off x="3588450" y="-30167"/>
            <a:ext cx="1967100" cy="11812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991892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" type="titleOnly">
  <p:cSld name="Solo título ">
    <p:bg>
      <p:bgPr>
        <a:solidFill>
          <a:schemeClr val="accent5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892050" y="707633"/>
            <a:ext cx="7359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 flipH="1">
            <a:off x="7024500" y="3467500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3" name="Google Shape;33;p6"/>
          <p:cNvSpPr/>
          <p:nvPr/>
        </p:nvSpPr>
        <p:spPr>
          <a:xfrm flipH="1">
            <a:off x="7128800" y="3467500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4" name="Google Shape;34;p6"/>
          <p:cNvSpPr/>
          <p:nvPr/>
        </p:nvSpPr>
        <p:spPr>
          <a:xfrm rot="10800000" flipH="1">
            <a:off x="-762425" y="-12207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5" name="Google Shape;35;p6"/>
          <p:cNvSpPr/>
          <p:nvPr/>
        </p:nvSpPr>
        <p:spPr>
          <a:xfrm rot="10800000" flipH="1">
            <a:off x="-1681400" y="-20301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153675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accent5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713225" y="2939473"/>
            <a:ext cx="3850200" cy="9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713225" y="1230700"/>
            <a:ext cx="4220700" cy="13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481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805050" y="2454000"/>
            <a:ext cx="7533900" cy="19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6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20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accent5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609600"/>
            <a:ext cx="9144000" cy="62484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" name="Google Shape;43;p9"/>
          <p:cNvSpPr/>
          <p:nvPr/>
        </p:nvSpPr>
        <p:spPr>
          <a:xfrm rot="5400000">
            <a:off x="-771625" y="771550"/>
            <a:ext cx="5657600" cy="4114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" name="Google Shape;44;p9"/>
          <p:cNvSpPr/>
          <p:nvPr/>
        </p:nvSpPr>
        <p:spPr>
          <a:xfrm rot="-5400000" flipH="1">
            <a:off x="4214250" y="739967"/>
            <a:ext cx="5819600" cy="42276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" name="Google Shape;45;p9"/>
          <p:cNvSpPr txBox="1">
            <a:spLocks noGrp="1"/>
          </p:cNvSpPr>
          <p:nvPr>
            <p:ph type="ctrTitle"/>
          </p:nvPr>
        </p:nvSpPr>
        <p:spPr>
          <a:xfrm>
            <a:off x="1690800" y="3293733"/>
            <a:ext cx="5762400" cy="9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218725" y="4445733"/>
            <a:ext cx="4706400" cy="10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1086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accent5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-50" y="7467"/>
            <a:ext cx="9144000" cy="6858000"/>
          </a:xfrm>
          <a:prstGeom prst="rect">
            <a:avLst/>
          </a:prstGeom>
          <a:solidFill>
            <a:schemeClr val="lt1">
              <a:alpha val="235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" name="Google Shape;49;p10"/>
          <p:cNvSpPr/>
          <p:nvPr/>
        </p:nvSpPr>
        <p:spPr>
          <a:xfrm>
            <a:off x="4312400" y="4892367"/>
            <a:ext cx="4886400" cy="14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0" y="4972767"/>
            <a:ext cx="3858900" cy="10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5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rot="5400000">
            <a:off x="-908862" y="-500449"/>
            <a:ext cx="4541200" cy="33024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52" name="Google Shape;52;p10"/>
          <p:cNvSpPr/>
          <p:nvPr/>
        </p:nvSpPr>
        <p:spPr>
          <a:xfrm rot="5400000">
            <a:off x="-1004112" y="-792549"/>
            <a:ext cx="4541200" cy="3302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7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 rot="10800000">
            <a:off x="-19875" y="-25767"/>
            <a:ext cx="9203100" cy="6883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713250" y="851733"/>
            <a:ext cx="77175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713250" y="3608501"/>
            <a:ext cx="77175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317492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317492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317492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317492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317492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317492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317492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317492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9519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133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-169300" y="-86000"/>
            <a:ext cx="4451100" cy="7029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cxnSp>
        <p:nvCxnSpPr>
          <p:cNvPr id="60" name="Google Shape;60;p13"/>
          <p:cNvCxnSpPr/>
          <p:nvPr/>
        </p:nvCxnSpPr>
        <p:spPr>
          <a:xfrm rot="10800000">
            <a:off x="-1604675" y="2165800"/>
            <a:ext cx="4819800" cy="589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5690650" y="2510967"/>
            <a:ext cx="31938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4810771" y="1552091"/>
            <a:ext cx="6846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0771" y="2709320"/>
            <a:ext cx="6846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/>
          </p:nvPr>
        </p:nvSpPr>
        <p:spPr>
          <a:xfrm>
            <a:off x="5690650" y="4837700"/>
            <a:ext cx="31938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/>
          </p:nvPr>
        </p:nvSpPr>
        <p:spPr>
          <a:xfrm>
            <a:off x="5690650" y="1392000"/>
            <a:ext cx="31938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/>
          </p:nvPr>
        </p:nvSpPr>
        <p:spPr>
          <a:xfrm>
            <a:off x="5690650" y="3680467"/>
            <a:ext cx="31938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4810771" y="3840557"/>
            <a:ext cx="6846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8" hasCustomPrompt="1"/>
          </p:nvPr>
        </p:nvSpPr>
        <p:spPr>
          <a:xfrm>
            <a:off x="4810771" y="4997787"/>
            <a:ext cx="6846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5690650" y="1759393"/>
            <a:ext cx="2454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5690650" y="4060560"/>
            <a:ext cx="2454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5690650" y="2883597"/>
            <a:ext cx="2454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5690650" y="5210331"/>
            <a:ext cx="2454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713225" y="2931733"/>
            <a:ext cx="3416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3232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bg>
      <p:bgPr>
        <a:solidFill>
          <a:schemeClr val="accent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 hasCustomPrompt="1"/>
          </p:nvPr>
        </p:nvSpPr>
        <p:spPr>
          <a:xfrm>
            <a:off x="815488" y="3994300"/>
            <a:ext cx="6084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2"/>
          </p:nvPr>
        </p:nvSpPr>
        <p:spPr>
          <a:xfrm>
            <a:off x="1633438" y="3909067"/>
            <a:ext cx="2933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1633438" y="4276472"/>
            <a:ext cx="29334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 rot="10800000">
            <a:off x="-19875" y="-17781"/>
            <a:ext cx="9203100" cy="3586800"/>
          </a:xfrm>
          <a:prstGeom prst="triangle">
            <a:avLst>
              <a:gd name="adj" fmla="val 4989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3" hasCustomPrompt="1"/>
          </p:nvPr>
        </p:nvSpPr>
        <p:spPr>
          <a:xfrm>
            <a:off x="815488" y="5185000"/>
            <a:ext cx="6084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 idx="4"/>
          </p:nvPr>
        </p:nvSpPr>
        <p:spPr>
          <a:xfrm>
            <a:off x="1633438" y="5099761"/>
            <a:ext cx="2933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5"/>
          </p:nvPr>
        </p:nvSpPr>
        <p:spPr>
          <a:xfrm>
            <a:off x="1633438" y="5467167"/>
            <a:ext cx="29334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6" hasCustomPrompt="1"/>
          </p:nvPr>
        </p:nvSpPr>
        <p:spPr>
          <a:xfrm>
            <a:off x="4543875" y="3994300"/>
            <a:ext cx="6084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 idx="7"/>
          </p:nvPr>
        </p:nvSpPr>
        <p:spPr>
          <a:xfrm>
            <a:off x="5395160" y="3909067"/>
            <a:ext cx="2933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8"/>
          </p:nvPr>
        </p:nvSpPr>
        <p:spPr>
          <a:xfrm>
            <a:off x="5395160" y="4276472"/>
            <a:ext cx="29334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9" hasCustomPrompt="1"/>
          </p:nvPr>
        </p:nvSpPr>
        <p:spPr>
          <a:xfrm>
            <a:off x="4543875" y="5185000"/>
            <a:ext cx="6084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13"/>
          </p:nvPr>
        </p:nvSpPr>
        <p:spPr>
          <a:xfrm>
            <a:off x="5395160" y="5099763"/>
            <a:ext cx="2933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4"/>
          </p:nvPr>
        </p:nvSpPr>
        <p:spPr>
          <a:xfrm>
            <a:off x="5395160" y="5467168"/>
            <a:ext cx="29334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88" name="Google Shape;88;p14"/>
          <p:cNvCxnSpPr/>
          <p:nvPr/>
        </p:nvCxnSpPr>
        <p:spPr>
          <a:xfrm rot="10800000">
            <a:off x="-2241975" y="2546300"/>
            <a:ext cx="4819800" cy="589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4"/>
          <p:cNvCxnSpPr/>
          <p:nvPr/>
        </p:nvCxnSpPr>
        <p:spPr>
          <a:xfrm rot="10800000" flipH="1">
            <a:off x="6566175" y="2507000"/>
            <a:ext cx="4819800" cy="589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4"/>
          <p:cNvSpPr txBox="1">
            <a:spLocks noGrp="1"/>
          </p:cNvSpPr>
          <p:nvPr>
            <p:ph type="title" idx="15"/>
          </p:nvPr>
        </p:nvSpPr>
        <p:spPr>
          <a:xfrm>
            <a:off x="713225" y="707633"/>
            <a:ext cx="7710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053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 flipH="1">
            <a:off x="1821475" y="3370167"/>
            <a:ext cx="5501100" cy="6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043350" y="2044681"/>
            <a:ext cx="3057300" cy="11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1"/>
          </p:nvPr>
        </p:nvSpPr>
        <p:spPr>
          <a:xfrm flipH="1">
            <a:off x="3198150" y="4390916"/>
            <a:ext cx="27477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6350113" y="-2001500"/>
            <a:ext cx="3757500" cy="5578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" name="Google Shape;96;p15"/>
          <p:cNvSpPr/>
          <p:nvPr/>
        </p:nvSpPr>
        <p:spPr>
          <a:xfrm>
            <a:off x="-64200" y="5101033"/>
            <a:ext cx="1296000" cy="184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7" name="Google Shape;97;p15"/>
          <p:cNvSpPr/>
          <p:nvPr/>
        </p:nvSpPr>
        <p:spPr>
          <a:xfrm>
            <a:off x="5258900" y="-317233"/>
            <a:ext cx="11403900" cy="7792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8" name="Google Shape;98;p15"/>
          <p:cNvSpPr/>
          <p:nvPr/>
        </p:nvSpPr>
        <p:spPr>
          <a:xfrm rot="10800000">
            <a:off x="-5389050" y="-2882633"/>
            <a:ext cx="11403900" cy="77924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" name="Google Shape;99;p15"/>
          <p:cNvSpPr/>
          <p:nvPr/>
        </p:nvSpPr>
        <p:spPr>
          <a:xfrm>
            <a:off x="5211275" y="5151367"/>
            <a:ext cx="29073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0" name="Google Shape;100;p15"/>
          <p:cNvSpPr/>
          <p:nvPr/>
        </p:nvSpPr>
        <p:spPr>
          <a:xfrm rot="10800000">
            <a:off x="1107975" y="-741433"/>
            <a:ext cx="29073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886267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solidFill>
          <a:schemeClr val="accent5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931700" y="2692957"/>
            <a:ext cx="32529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2" hasCustomPrompt="1"/>
          </p:nvPr>
        </p:nvSpPr>
        <p:spPr>
          <a:xfrm>
            <a:off x="931700" y="1289407"/>
            <a:ext cx="3057300" cy="12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931700" y="4434973"/>
            <a:ext cx="1978500" cy="7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05" name="Google Shape;105;p16"/>
          <p:cNvCxnSpPr/>
          <p:nvPr/>
        </p:nvCxnSpPr>
        <p:spPr>
          <a:xfrm>
            <a:off x="2581800" y="-1684000"/>
            <a:ext cx="37575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" name="Google Shape;106;p16"/>
          <p:cNvSpPr/>
          <p:nvPr/>
        </p:nvSpPr>
        <p:spPr>
          <a:xfrm>
            <a:off x="-62425" y="5101033"/>
            <a:ext cx="1296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737753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solidFill>
          <a:schemeClr val="accent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 flipH="1">
            <a:off x="1821475" y="3370167"/>
            <a:ext cx="5501100" cy="6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043350" y="2044681"/>
            <a:ext cx="3057300" cy="11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1"/>
          </p:nvPr>
        </p:nvSpPr>
        <p:spPr>
          <a:xfrm flipH="1">
            <a:off x="3198150" y="4390916"/>
            <a:ext cx="27477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1" name="Google Shape;111;p17"/>
          <p:cNvCxnSpPr/>
          <p:nvPr/>
        </p:nvCxnSpPr>
        <p:spPr>
          <a:xfrm>
            <a:off x="6350113" y="-2001500"/>
            <a:ext cx="37575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7"/>
          <p:cNvSpPr/>
          <p:nvPr/>
        </p:nvSpPr>
        <p:spPr>
          <a:xfrm>
            <a:off x="-64200" y="5101033"/>
            <a:ext cx="1296000" cy="184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3" name="Google Shape;113;p17"/>
          <p:cNvSpPr/>
          <p:nvPr/>
        </p:nvSpPr>
        <p:spPr>
          <a:xfrm>
            <a:off x="5258900" y="-317233"/>
            <a:ext cx="11403900" cy="77924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4" name="Google Shape;114;p17"/>
          <p:cNvSpPr/>
          <p:nvPr/>
        </p:nvSpPr>
        <p:spPr>
          <a:xfrm rot="10800000">
            <a:off x="-5389050" y="-2882633"/>
            <a:ext cx="11403900" cy="7792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5" name="Google Shape;115;p17"/>
          <p:cNvSpPr/>
          <p:nvPr/>
        </p:nvSpPr>
        <p:spPr>
          <a:xfrm>
            <a:off x="5211275" y="5151367"/>
            <a:ext cx="29073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6" name="Google Shape;116;p17"/>
          <p:cNvSpPr/>
          <p:nvPr/>
        </p:nvSpPr>
        <p:spPr>
          <a:xfrm rot="10800000">
            <a:off x="1107975" y="-741433"/>
            <a:ext cx="29073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153946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solidFill>
          <a:schemeClr val="accent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4796125" y="-290100"/>
            <a:ext cx="4347900" cy="749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13225" y="1920267"/>
            <a:ext cx="3858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1"/>
          </p:nvPr>
        </p:nvSpPr>
        <p:spPr>
          <a:xfrm>
            <a:off x="713225" y="3017733"/>
            <a:ext cx="3400800" cy="17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842850" y="719333"/>
            <a:ext cx="800100" cy="114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155768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solidFill>
          <a:schemeClr val="accent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1348225" y="927000"/>
            <a:ext cx="6572100" cy="500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3133650" y="-30367"/>
            <a:ext cx="2876700" cy="1727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2517475" y="3135947"/>
            <a:ext cx="4109100" cy="19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2384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298442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298442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298442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298442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298442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298442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298442" algn="just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298442" algn="just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87950" y="2028433"/>
            <a:ext cx="57681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463920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accent5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862450" y="4557448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1"/>
          </p:nvPr>
        </p:nvSpPr>
        <p:spPr>
          <a:xfrm>
            <a:off x="424450" y="4879215"/>
            <a:ext cx="26397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 idx="2"/>
          </p:nvPr>
        </p:nvSpPr>
        <p:spPr>
          <a:xfrm>
            <a:off x="6525755" y="4557448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3"/>
          </p:nvPr>
        </p:nvSpPr>
        <p:spPr>
          <a:xfrm>
            <a:off x="6087751" y="4879215"/>
            <a:ext cx="26397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title" idx="4"/>
          </p:nvPr>
        </p:nvSpPr>
        <p:spPr>
          <a:xfrm>
            <a:off x="3690150" y="4557448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5"/>
          </p:nvPr>
        </p:nvSpPr>
        <p:spPr>
          <a:xfrm>
            <a:off x="3252148" y="4879215"/>
            <a:ext cx="26397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 idx="6"/>
          </p:nvPr>
        </p:nvSpPr>
        <p:spPr>
          <a:xfrm>
            <a:off x="1687950" y="707633"/>
            <a:ext cx="57681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29268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solidFill>
          <a:schemeClr val="accent5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-5400000">
            <a:off x="4581900" y="2373233"/>
            <a:ext cx="5233200" cy="3891000"/>
          </a:xfrm>
          <a:prstGeom prst="rtTriangle">
            <a:avLst/>
          </a:prstGeom>
          <a:solidFill>
            <a:srgbClr val="6868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7" name="Google Shape;137;p21"/>
          <p:cNvSpPr/>
          <p:nvPr/>
        </p:nvSpPr>
        <p:spPr>
          <a:xfrm rot="10800000" flipH="1">
            <a:off x="37875" y="200"/>
            <a:ext cx="9106200" cy="59596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8" name="Google Shape;138;p21"/>
          <p:cNvSpPr/>
          <p:nvPr/>
        </p:nvSpPr>
        <p:spPr>
          <a:xfrm flipH="1">
            <a:off x="3580800" y="1849700"/>
            <a:ext cx="9554400" cy="6479600"/>
          </a:xfrm>
          <a:prstGeom prst="triangle">
            <a:avLst>
              <a:gd name="adj" fmla="val 4942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9" name="Google Shape;139;p21"/>
          <p:cNvSpPr txBox="1">
            <a:spLocks noGrp="1"/>
          </p:cNvSpPr>
          <p:nvPr>
            <p:ph type="ctrTitle"/>
          </p:nvPr>
        </p:nvSpPr>
        <p:spPr>
          <a:xfrm>
            <a:off x="1690800" y="1642733"/>
            <a:ext cx="5762400" cy="7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3058800" y="2497823"/>
            <a:ext cx="30264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429114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bg>
      <p:bgPr>
        <a:solidFill>
          <a:schemeClr val="accent6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 rot="5400000">
            <a:off x="-5649900" y="59400"/>
            <a:ext cx="17676800" cy="67392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3" name="Google Shape;143;p22"/>
          <p:cNvSpPr/>
          <p:nvPr/>
        </p:nvSpPr>
        <p:spPr>
          <a:xfrm rot="-5400000">
            <a:off x="3437975" y="438117"/>
            <a:ext cx="7688000" cy="55911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4" name="Google Shape;144;p22"/>
          <p:cNvSpPr txBox="1">
            <a:spLocks noGrp="1"/>
          </p:cNvSpPr>
          <p:nvPr>
            <p:ph type="ctrTitle"/>
          </p:nvPr>
        </p:nvSpPr>
        <p:spPr>
          <a:xfrm>
            <a:off x="713225" y="2229967"/>
            <a:ext cx="3026400" cy="7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713225" y="3296005"/>
            <a:ext cx="30264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 rot="-2700000">
            <a:off x="4008373" y="-6021020"/>
            <a:ext cx="5766173" cy="7454603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cxnSp>
        <p:nvCxnSpPr>
          <p:cNvPr id="147" name="Google Shape;147;p22"/>
          <p:cNvCxnSpPr/>
          <p:nvPr/>
        </p:nvCxnSpPr>
        <p:spPr>
          <a:xfrm rot="10800000" flipH="1">
            <a:off x="4562550" y="-272100"/>
            <a:ext cx="6010200" cy="824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431510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bg>
      <p:bgPr>
        <a:solidFill>
          <a:schemeClr val="accent5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4039975" y="2993717"/>
            <a:ext cx="43908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317492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4168000" y="1284100"/>
            <a:ext cx="4262700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28215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bg>
      <p:bgPr>
        <a:solidFill>
          <a:schemeClr val="accent5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0" y="0"/>
            <a:ext cx="4347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5024185" y="1920267"/>
            <a:ext cx="340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1"/>
          </p:nvPr>
        </p:nvSpPr>
        <p:spPr>
          <a:xfrm>
            <a:off x="5024185" y="3017733"/>
            <a:ext cx="3400800" cy="17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4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411927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bg>
      <p:bgPr>
        <a:solidFill>
          <a:schemeClr val="dk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713225" y="3130456"/>
            <a:ext cx="4109100" cy="1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2384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29844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298442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713225" y="2028433"/>
            <a:ext cx="41091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 rot="5400000">
            <a:off x="-1328662" y="-503616"/>
            <a:ext cx="45412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59" name="Google Shape;159;p25"/>
          <p:cNvSpPr/>
          <p:nvPr/>
        </p:nvSpPr>
        <p:spPr>
          <a:xfrm rot="5400000">
            <a:off x="-1423912" y="-795716"/>
            <a:ext cx="45412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60" name="Google Shape;160;p25"/>
          <p:cNvSpPr/>
          <p:nvPr/>
        </p:nvSpPr>
        <p:spPr>
          <a:xfrm rot="-5400000">
            <a:off x="1206650" y="1145250"/>
            <a:ext cx="13521600" cy="45675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3904932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bg>
      <p:bgPr>
        <a:solidFill>
          <a:schemeClr val="accent6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 rot="10800000" flipH="1">
            <a:off x="-2390100" y="-136633"/>
            <a:ext cx="13887000" cy="87632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3" name="Google Shape;163;p26"/>
          <p:cNvSpPr/>
          <p:nvPr/>
        </p:nvSpPr>
        <p:spPr>
          <a:xfrm>
            <a:off x="-5261951" y="2060167"/>
            <a:ext cx="7035600" cy="4369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4" name="Google Shape;164;p26"/>
          <p:cNvSpPr txBox="1">
            <a:spLocks noGrp="1"/>
          </p:cNvSpPr>
          <p:nvPr>
            <p:ph type="body" idx="1"/>
          </p:nvPr>
        </p:nvSpPr>
        <p:spPr>
          <a:xfrm>
            <a:off x="2434275" y="4177652"/>
            <a:ext cx="42753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2384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29844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298442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298442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1726200" y="2241933"/>
            <a:ext cx="5691600" cy="17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 rot="10800000">
            <a:off x="6919375" y="-9841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67" name="Google Shape;167;p26"/>
          <p:cNvSpPr/>
          <p:nvPr/>
        </p:nvSpPr>
        <p:spPr>
          <a:xfrm rot="10800000">
            <a:off x="7062250" y="-1060367"/>
            <a:ext cx="34059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5068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bg>
      <p:bgPr>
        <a:solidFill>
          <a:schemeClr val="dk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 rot="-5400000">
            <a:off x="6967325" y="4645800"/>
            <a:ext cx="2816800" cy="2048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0" name="Google Shape;170;p27"/>
          <p:cNvSpPr/>
          <p:nvPr/>
        </p:nvSpPr>
        <p:spPr>
          <a:xfrm>
            <a:off x="-519650" y="31824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-738725" y="3309467"/>
            <a:ext cx="34059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/>
          <p:nvPr/>
        </p:nvSpPr>
        <p:spPr>
          <a:xfrm rot="10800000">
            <a:off x="6727825" y="-1220733"/>
            <a:ext cx="34059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73" name="Google Shape;173;p27"/>
          <p:cNvSpPr/>
          <p:nvPr/>
        </p:nvSpPr>
        <p:spPr>
          <a:xfrm rot="5400000">
            <a:off x="-830125" y="-1969433"/>
            <a:ext cx="4541200" cy="33024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713226" y="2393917"/>
            <a:ext cx="340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subTitle" idx="1"/>
          </p:nvPr>
        </p:nvSpPr>
        <p:spPr>
          <a:xfrm>
            <a:off x="713225" y="3506875"/>
            <a:ext cx="3400800" cy="5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664206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bg>
      <p:bgPr>
        <a:solidFill>
          <a:schemeClr val="accent6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/>
          <p:nvPr/>
        </p:nvSpPr>
        <p:spPr>
          <a:xfrm rot="-5400000">
            <a:off x="3362091" y="-989245"/>
            <a:ext cx="10246800" cy="7451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78" name="Google Shape;178;p28"/>
          <p:cNvSpPr/>
          <p:nvPr/>
        </p:nvSpPr>
        <p:spPr>
          <a:xfrm rot="-5400000" flipH="1">
            <a:off x="1151350" y="1145317"/>
            <a:ext cx="13521600" cy="45675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xfrm>
            <a:off x="713225" y="2169533"/>
            <a:ext cx="4659300" cy="25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6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 rot="5400000">
            <a:off x="-908862" y="-500449"/>
            <a:ext cx="45412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81" name="Google Shape;181;p28"/>
          <p:cNvSpPr/>
          <p:nvPr/>
        </p:nvSpPr>
        <p:spPr>
          <a:xfrm rot="5400000">
            <a:off x="-1004112" y="-792549"/>
            <a:ext cx="45412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82" name="Google Shape;182;p28"/>
          <p:cNvSpPr/>
          <p:nvPr/>
        </p:nvSpPr>
        <p:spPr>
          <a:xfrm flipH="1">
            <a:off x="5408725" y="6015767"/>
            <a:ext cx="3458400" cy="25652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42270279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accent5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1319574" y="2681500"/>
            <a:ext cx="1959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subTitle" idx="1"/>
          </p:nvPr>
        </p:nvSpPr>
        <p:spPr>
          <a:xfrm>
            <a:off x="1319576" y="3048767"/>
            <a:ext cx="22215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title" idx="2"/>
          </p:nvPr>
        </p:nvSpPr>
        <p:spPr>
          <a:xfrm>
            <a:off x="4681398" y="2681700"/>
            <a:ext cx="1959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subTitle" idx="3"/>
          </p:nvPr>
        </p:nvSpPr>
        <p:spPr>
          <a:xfrm>
            <a:off x="4681376" y="3046733"/>
            <a:ext cx="22215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title" idx="4"/>
          </p:nvPr>
        </p:nvSpPr>
        <p:spPr>
          <a:xfrm>
            <a:off x="2410949" y="4357900"/>
            <a:ext cx="1959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5"/>
          </p:nvPr>
        </p:nvSpPr>
        <p:spPr>
          <a:xfrm>
            <a:off x="2410951" y="4725167"/>
            <a:ext cx="22215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title" idx="6"/>
          </p:nvPr>
        </p:nvSpPr>
        <p:spPr>
          <a:xfrm>
            <a:off x="5772773" y="4358100"/>
            <a:ext cx="1959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subTitle" idx="7"/>
          </p:nvPr>
        </p:nvSpPr>
        <p:spPr>
          <a:xfrm>
            <a:off x="5772750" y="4723133"/>
            <a:ext cx="22215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 rot="-5400000">
            <a:off x="6967325" y="4645800"/>
            <a:ext cx="2816800" cy="2048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3" name="Google Shape;193;p29"/>
          <p:cNvSpPr/>
          <p:nvPr/>
        </p:nvSpPr>
        <p:spPr>
          <a:xfrm>
            <a:off x="-519650" y="31824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-738725" y="3309467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95" name="Google Shape;195;p29"/>
          <p:cNvSpPr/>
          <p:nvPr/>
        </p:nvSpPr>
        <p:spPr>
          <a:xfrm rot="10800000">
            <a:off x="6727825" y="-12207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196" name="Google Shape;196;p29"/>
          <p:cNvSpPr/>
          <p:nvPr/>
        </p:nvSpPr>
        <p:spPr>
          <a:xfrm rot="5400000">
            <a:off x="-830125" y="-1969433"/>
            <a:ext cx="4541200" cy="33024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 idx="8"/>
          </p:nvPr>
        </p:nvSpPr>
        <p:spPr>
          <a:xfrm>
            <a:off x="713225" y="707633"/>
            <a:ext cx="7710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79235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solidFill>
          <a:schemeClr val="accent5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383600" y="3076600"/>
            <a:ext cx="6376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title" idx="2"/>
          </p:nvPr>
        </p:nvSpPr>
        <p:spPr>
          <a:xfrm>
            <a:off x="1120875" y="1199300"/>
            <a:ext cx="1959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subTitle" idx="1"/>
          </p:nvPr>
        </p:nvSpPr>
        <p:spPr>
          <a:xfrm>
            <a:off x="734175" y="1555832"/>
            <a:ext cx="27327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title" idx="3"/>
          </p:nvPr>
        </p:nvSpPr>
        <p:spPr>
          <a:xfrm>
            <a:off x="1120875" y="4637300"/>
            <a:ext cx="1959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4"/>
          </p:nvPr>
        </p:nvSpPr>
        <p:spPr>
          <a:xfrm>
            <a:off x="734175" y="4997087"/>
            <a:ext cx="27327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title" idx="5"/>
          </p:nvPr>
        </p:nvSpPr>
        <p:spPr>
          <a:xfrm>
            <a:off x="6063846" y="1199300"/>
            <a:ext cx="1959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subTitle" idx="6"/>
          </p:nvPr>
        </p:nvSpPr>
        <p:spPr>
          <a:xfrm>
            <a:off x="5677150" y="1555832"/>
            <a:ext cx="27327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7"/>
          </p:nvPr>
        </p:nvSpPr>
        <p:spPr>
          <a:xfrm>
            <a:off x="6063846" y="4637500"/>
            <a:ext cx="19593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8"/>
          </p:nvPr>
        </p:nvSpPr>
        <p:spPr>
          <a:xfrm>
            <a:off x="5677150" y="4994784"/>
            <a:ext cx="27327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940224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bg>
      <p:bgPr>
        <a:solidFill>
          <a:schemeClr val="accent5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2056190" y="2765733"/>
            <a:ext cx="2227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1"/>
          </p:nvPr>
        </p:nvSpPr>
        <p:spPr>
          <a:xfrm>
            <a:off x="2056192" y="3109900"/>
            <a:ext cx="2227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title" idx="2"/>
          </p:nvPr>
        </p:nvSpPr>
        <p:spPr>
          <a:xfrm>
            <a:off x="2056190" y="4537232"/>
            <a:ext cx="2227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subTitle" idx="3"/>
          </p:nvPr>
        </p:nvSpPr>
        <p:spPr>
          <a:xfrm>
            <a:off x="2056192" y="4881400"/>
            <a:ext cx="2227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 idx="4"/>
          </p:nvPr>
        </p:nvSpPr>
        <p:spPr>
          <a:xfrm>
            <a:off x="5444664" y="2765733"/>
            <a:ext cx="2227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subTitle" idx="5"/>
          </p:nvPr>
        </p:nvSpPr>
        <p:spPr>
          <a:xfrm>
            <a:off x="5444664" y="3109900"/>
            <a:ext cx="2227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title" idx="6"/>
          </p:nvPr>
        </p:nvSpPr>
        <p:spPr>
          <a:xfrm>
            <a:off x="5444664" y="4537233"/>
            <a:ext cx="2227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subTitle" idx="7"/>
          </p:nvPr>
        </p:nvSpPr>
        <p:spPr>
          <a:xfrm>
            <a:off x="5444664" y="4881400"/>
            <a:ext cx="2227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-1462325" y="31824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-1681400" y="3309467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19" name="Google Shape;219;p31"/>
          <p:cNvSpPr/>
          <p:nvPr/>
        </p:nvSpPr>
        <p:spPr>
          <a:xfrm rot="10800000">
            <a:off x="6132775" y="-12207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20" name="Google Shape;220;p31"/>
          <p:cNvSpPr txBox="1">
            <a:spLocks noGrp="1"/>
          </p:cNvSpPr>
          <p:nvPr>
            <p:ph type="title" idx="8"/>
          </p:nvPr>
        </p:nvSpPr>
        <p:spPr>
          <a:xfrm>
            <a:off x="716550" y="707633"/>
            <a:ext cx="7710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07517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bg>
      <p:bgPr>
        <a:solidFill>
          <a:srgbClr val="191919">
            <a:alpha val="0"/>
          </a:srgbClr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713225" y="4466300"/>
            <a:ext cx="1846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subTitle" idx="1"/>
          </p:nvPr>
        </p:nvSpPr>
        <p:spPr>
          <a:xfrm>
            <a:off x="713225" y="4810463"/>
            <a:ext cx="1846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32"/>
          <p:cNvSpPr/>
          <p:nvPr/>
        </p:nvSpPr>
        <p:spPr>
          <a:xfrm flipH="1">
            <a:off x="7004125" y="33729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25" name="Google Shape;225;p32"/>
          <p:cNvSpPr/>
          <p:nvPr/>
        </p:nvSpPr>
        <p:spPr>
          <a:xfrm flipH="1">
            <a:off x="7194625" y="3538067"/>
            <a:ext cx="34059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226" name="Google Shape;226;p32"/>
          <p:cNvSpPr/>
          <p:nvPr/>
        </p:nvSpPr>
        <p:spPr>
          <a:xfrm rot="10800000" flipH="1">
            <a:off x="-762425" y="-12207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27" name="Google Shape;227;p32"/>
          <p:cNvSpPr/>
          <p:nvPr/>
        </p:nvSpPr>
        <p:spPr>
          <a:xfrm rot="10800000" flipH="1">
            <a:off x="-1681400" y="-20301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title" idx="2"/>
          </p:nvPr>
        </p:nvSpPr>
        <p:spPr>
          <a:xfrm>
            <a:off x="2670358" y="4466300"/>
            <a:ext cx="1846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subTitle" idx="3"/>
          </p:nvPr>
        </p:nvSpPr>
        <p:spPr>
          <a:xfrm>
            <a:off x="2670358" y="4810463"/>
            <a:ext cx="1846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0" name="Google Shape;230;p32"/>
          <p:cNvSpPr txBox="1">
            <a:spLocks noGrp="1"/>
          </p:cNvSpPr>
          <p:nvPr>
            <p:ph type="title" idx="4"/>
          </p:nvPr>
        </p:nvSpPr>
        <p:spPr>
          <a:xfrm>
            <a:off x="4627491" y="4466300"/>
            <a:ext cx="1846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ubTitle" idx="5"/>
          </p:nvPr>
        </p:nvSpPr>
        <p:spPr>
          <a:xfrm>
            <a:off x="4627491" y="4810463"/>
            <a:ext cx="1846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2"/>
          <p:cNvSpPr txBox="1">
            <a:spLocks noGrp="1"/>
          </p:cNvSpPr>
          <p:nvPr>
            <p:ph type="title" idx="6"/>
          </p:nvPr>
        </p:nvSpPr>
        <p:spPr>
          <a:xfrm>
            <a:off x="6584624" y="4466300"/>
            <a:ext cx="1846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3" name="Google Shape;233;p32"/>
          <p:cNvSpPr txBox="1">
            <a:spLocks noGrp="1"/>
          </p:cNvSpPr>
          <p:nvPr>
            <p:ph type="subTitle" idx="7"/>
          </p:nvPr>
        </p:nvSpPr>
        <p:spPr>
          <a:xfrm>
            <a:off x="6584624" y="4810463"/>
            <a:ext cx="1846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4" name="Google Shape;234;p32"/>
          <p:cNvSpPr txBox="1">
            <a:spLocks noGrp="1"/>
          </p:cNvSpPr>
          <p:nvPr>
            <p:ph type="title" idx="8"/>
          </p:nvPr>
        </p:nvSpPr>
        <p:spPr>
          <a:xfrm>
            <a:off x="1974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00412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bg>
      <p:bgPr>
        <a:solidFill>
          <a:schemeClr val="accent5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>
            <a:spLocks noGrp="1"/>
          </p:cNvSpPr>
          <p:nvPr>
            <p:ph type="title"/>
          </p:nvPr>
        </p:nvSpPr>
        <p:spPr>
          <a:xfrm>
            <a:off x="1974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7" name="Google Shape;237;p33"/>
          <p:cNvSpPr txBox="1">
            <a:spLocks noGrp="1"/>
          </p:cNvSpPr>
          <p:nvPr>
            <p:ph type="subTitle" idx="1"/>
          </p:nvPr>
        </p:nvSpPr>
        <p:spPr>
          <a:xfrm>
            <a:off x="1742675" y="4678467"/>
            <a:ext cx="2379600" cy="8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8" name="Google Shape;238;p33"/>
          <p:cNvSpPr txBox="1">
            <a:spLocks noGrp="1"/>
          </p:cNvSpPr>
          <p:nvPr>
            <p:ph type="subTitle" idx="2"/>
          </p:nvPr>
        </p:nvSpPr>
        <p:spPr>
          <a:xfrm>
            <a:off x="5021770" y="4678467"/>
            <a:ext cx="2379600" cy="8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3"/>
          <p:cNvSpPr txBox="1">
            <a:spLocks noGrp="1"/>
          </p:cNvSpPr>
          <p:nvPr>
            <p:ph type="title" idx="3"/>
          </p:nvPr>
        </p:nvSpPr>
        <p:spPr>
          <a:xfrm>
            <a:off x="1865338" y="4331000"/>
            <a:ext cx="21342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title" idx="4"/>
          </p:nvPr>
        </p:nvSpPr>
        <p:spPr>
          <a:xfrm>
            <a:off x="5144462" y="4331000"/>
            <a:ext cx="21342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1" name="Google Shape;241;p33"/>
          <p:cNvSpPr/>
          <p:nvPr/>
        </p:nvSpPr>
        <p:spPr>
          <a:xfrm rot="10800000" flipH="1">
            <a:off x="0" y="-48267"/>
            <a:ext cx="22926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2" name="Google Shape;242;p33"/>
          <p:cNvSpPr/>
          <p:nvPr/>
        </p:nvSpPr>
        <p:spPr>
          <a:xfrm>
            <a:off x="6053100" y="4086433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69497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solidFill>
          <a:schemeClr val="dk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/>
          <p:nvPr/>
        </p:nvSpPr>
        <p:spPr>
          <a:xfrm>
            <a:off x="2419275" y="950397"/>
            <a:ext cx="8680800" cy="6009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5" name="Google Shape;245;p34"/>
          <p:cNvSpPr/>
          <p:nvPr/>
        </p:nvSpPr>
        <p:spPr>
          <a:xfrm rot="10800000">
            <a:off x="-1956075" y="-101603"/>
            <a:ext cx="8680800" cy="6009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6" name="Google Shape;246;p34"/>
          <p:cNvSpPr txBox="1">
            <a:spLocks noGrp="1"/>
          </p:cNvSpPr>
          <p:nvPr>
            <p:ph type="subTitle" idx="1"/>
          </p:nvPr>
        </p:nvSpPr>
        <p:spPr>
          <a:xfrm>
            <a:off x="837600" y="1818545"/>
            <a:ext cx="31008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subTitle" idx="2"/>
          </p:nvPr>
        </p:nvSpPr>
        <p:spPr>
          <a:xfrm>
            <a:off x="5204373" y="4704727"/>
            <a:ext cx="31008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48" name="Google Shape;248;p34"/>
          <p:cNvCxnSpPr/>
          <p:nvPr/>
        </p:nvCxnSpPr>
        <p:spPr>
          <a:xfrm>
            <a:off x="-1375750" y="3233164"/>
            <a:ext cx="3079500" cy="4236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4"/>
          <p:cNvCxnSpPr/>
          <p:nvPr/>
        </p:nvCxnSpPr>
        <p:spPr>
          <a:xfrm>
            <a:off x="7838750" y="-83603"/>
            <a:ext cx="3079500" cy="4236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5204373" y="3606200"/>
            <a:ext cx="310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title" idx="3"/>
          </p:nvPr>
        </p:nvSpPr>
        <p:spPr>
          <a:xfrm>
            <a:off x="837600" y="707633"/>
            <a:ext cx="310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188191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solidFill>
          <a:schemeClr val="accent5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>
            <a:spLocks noGrp="1"/>
          </p:cNvSpPr>
          <p:nvPr>
            <p:ph type="title"/>
          </p:nvPr>
        </p:nvSpPr>
        <p:spPr>
          <a:xfrm>
            <a:off x="1176825" y="2877533"/>
            <a:ext cx="14991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4" name="Google Shape;254;p35"/>
          <p:cNvSpPr txBox="1">
            <a:spLocks noGrp="1"/>
          </p:cNvSpPr>
          <p:nvPr>
            <p:ph type="subTitle" idx="1"/>
          </p:nvPr>
        </p:nvSpPr>
        <p:spPr>
          <a:xfrm>
            <a:off x="713225" y="3279000"/>
            <a:ext cx="24261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title" idx="2"/>
          </p:nvPr>
        </p:nvSpPr>
        <p:spPr>
          <a:xfrm>
            <a:off x="6468199" y="2877533"/>
            <a:ext cx="14991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6" name="Google Shape;256;p35"/>
          <p:cNvSpPr txBox="1">
            <a:spLocks noGrp="1"/>
          </p:cNvSpPr>
          <p:nvPr>
            <p:ph type="subTitle" idx="3"/>
          </p:nvPr>
        </p:nvSpPr>
        <p:spPr>
          <a:xfrm>
            <a:off x="6004683" y="3279000"/>
            <a:ext cx="24261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7" name="Google Shape;257;p35"/>
          <p:cNvSpPr txBox="1">
            <a:spLocks noGrp="1"/>
          </p:cNvSpPr>
          <p:nvPr>
            <p:ph type="title" idx="4"/>
          </p:nvPr>
        </p:nvSpPr>
        <p:spPr>
          <a:xfrm>
            <a:off x="3822450" y="2877533"/>
            <a:ext cx="14991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subTitle" idx="5"/>
          </p:nvPr>
        </p:nvSpPr>
        <p:spPr>
          <a:xfrm>
            <a:off x="3358950" y="3279000"/>
            <a:ext cx="24261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9" name="Google Shape;259;p35"/>
          <p:cNvSpPr/>
          <p:nvPr/>
        </p:nvSpPr>
        <p:spPr>
          <a:xfrm>
            <a:off x="3198450" y="5019555"/>
            <a:ext cx="2727900" cy="1888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0" name="Google Shape;260;p35"/>
          <p:cNvSpPr txBox="1">
            <a:spLocks noGrp="1"/>
          </p:cNvSpPr>
          <p:nvPr>
            <p:ph type="title" idx="6"/>
          </p:nvPr>
        </p:nvSpPr>
        <p:spPr>
          <a:xfrm>
            <a:off x="1974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72769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accent5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body" idx="1"/>
          </p:nvPr>
        </p:nvSpPr>
        <p:spPr>
          <a:xfrm>
            <a:off x="2078825" y="5781033"/>
            <a:ext cx="5229300" cy="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31749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31749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31749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31749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31749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31749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317492" algn="ct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317492" algn="ct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1974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-519650" y="31824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-738725" y="3309467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66" name="Google Shape;266;p36"/>
          <p:cNvSpPr/>
          <p:nvPr/>
        </p:nvSpPr>
        <p:spPr>
          <a:xfrm rot="10800000">
            <a:off x="6727825" y="-12207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267" name="Google Shape;267;p36"/>
          <p:cNvSpPr/>
          <p:nvPr/>
        </p:nvSpPr>
        <p:spPr>
          <a:xfrm rot="10800000">
            <a:off x="5092750" y="-20301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6071873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accent5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>
            <a:spLocks noGrp="1"/>
          </p:cNvSpPr>
          <p:nvPr>
            <p:ph type="title"/>
          </p:nvPr>
        </p:nvSpPr>
        <p:spPr>
          <a:xfrm>
            <a:off x="956375" y="4737412"/>
            <a:ext cx="1658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0" name="Google Shape;270;p37"/>
          <p:cNvSpPr txBox="1">
            <a:spLocks noGrp="1"/>
          </p:cNvSpPr>
          <p:nvPr>
            <p:ph type="subTitle" idx="1"/>
          </p:nvPr>
        </p:nvSpPr>
        <p:spPr>
          <a:xfrm>
            <a:off x="713225" y="5104007"/>
            <a:ext cx="2145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1" name="Google Shape;271;p37"/>
          <p:cNvSpPr txBox="1">
            <a:spLocks noGrp="1"/>
          </p:cNvSpPr>
          <p:nvPr>
            <p:ph type="title" idx="2"/>
          </p:nvPr>
        </p:nvSpPr>
        <p:spPr>
          <a:xfrm>
            <a:off x="6528925" y="4737412"/>
            <a:ext cx="1658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ubTitle" idx="3"/>
          </p:nvPr>
        </p:nvSpPr>
        <p:spPr>
          <a:xfrm>
            <a:off x="6305275" y="5104007"/>
            <a:ext cx="2145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title" idx="4"/>
          </p:nvPr>
        </p:nvSpPr>
        <p:spPr>
          <a:xfrm>
            <a:off x="3752400" y="4737412"/>
            <a:ext cx="1658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subTitle" idx="5"/>
          </p:nvPr>
        </p:nvSpPr>
        <p:spPr>
          <a:xfrm>
            <a:off x="3509250" y="5104007"/>
            <a:ext cx="2145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title" idx="6"/>
          </p:nvPr>
        </p:nvSpPr>
        <p:spPr>
          <a:xfrm>
            <a:off x="1687950" y="707633"/>
            <a:ext cx="57681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24779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Title and six columns ">
    <p:bg>
      <p:bgPr>
        <a:solidFill>
          <a:schemeClr val="accent5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/>
          <p:nvPr/>
        </p:nvSpPr>
        <p:spPr>
          <a:xfrm>
            <a:off x="-3485600" y="2249333"/>
            <a:ext cx="7403100" cy="5058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8" name="Google Shape;278;p38"/>
          <p:cNvSpPr/>
          <p:nvPr/>
        </p:nvSpPr>
        <p:spPr>
          <a:xfrm>
            <a:off x="779625" y="1911733"/>
            <a:ext cx="7737300" cy="422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1043779" y="2440767"/>
            <a:ext cx="18975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subTitle" idx="1"/>
          </p:nvPr>
        </p:nvSpPr>
        <p:spPr>
          <a:xfrm>
            <a:off x="1059229" y="2853711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title" idx="2"/>
          </p:nvPr>
        </p:nvSpPr>
        <p:spPr>
          <a:xfrm>
            <a:off x="1043779" y="4374468"/>
            <a:ext cx="18975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subTitle" idx="3"/>
          </p:nvPr>
        </p:nvSpPr>
        <p:spPr>
          <a:xfrm>
            <a:off x="1059229" y="4819256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title" idx="4"/>
          </p:nvPr>
        </p:nvSpPr>
        <p:spPr>
          <a:xfrm>
            <a:off x="3631360" y="2440767"/>
            <a:ext cx="18819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4" name="Google Shape;284;p38"/>
          <p:cNvSpPr txBox="1">
            <a:spLocks noGrp="1"/>
          </p:cNvSpPr>
          <p:nvPr>
            <p:ph type="subTitle" idx="5"/>
          </p:nvPr>
        </p:nvSpPr>
        <p:spPr>
          <a:xfrm>
            <a:off x="3639010" y="2853701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title" idx="6"/>
          </p:nvPr>
        </p:nvSpPr>
        <p:spPr>
          <a:xfrm>
            <a:off x="3631360" y="4374468"/>
            <a:ext cx="18819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6" name="Google Shape;286;p38"/>
          <p:cNvSpPr txBox="1">
            <a:spLocks noGrp="1"/>
          </p:cNvSpPr>
          <p:nvPr>
            <p:ph type="subTitle" idx="7"/>
          </p:nvPr>
        </p:nvSpPr>
        <p:spPr>
          <a:xfrm>
            <a:off x="3639010" y="4819256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title" idx="8"/>
          </p:nvPr>
        </p:nvSpPr>
        <p:spPr>
          <a:xfrm>
            <a:off x="6215127" y="2440767"/>
            <a:ext cx="18756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88" name="Google Shape;288;p38"/>
          <p:cNvSpPr txBox="1">
            <a:spLocks noGrp="1"/>
          </p:cNvSpPr>
          <p:nvPr>
            <p:ph type="subTitle" idx="9"/>
          </p:nvPr>
        </p:nvSpPr>
        <p:spPr>
          <a:xfrm>
            <a:off x="6219627" y="2853701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title" idx="13"/>
          </p:nvPr>
        </p:nvSpPr>
        <p:spPr>
          <a:xfrm>
            <a:off x="6215127" y="4374468"/>
            <a:ext cx="18756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subTitle" idx="14"/>
          </p:nvPr>
        </p:nvSpPr>
        <p:spPr>
          <a:xfrm>
            <a:off x="6219627" y="4819256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title" idx="15"/>
          </p:nvPr>
        </p:nvSpPr>
        <p:spPr>
          <a:xfrm>
            <a:off x="1974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44142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>
            <a:spLocks noGrp="1"/>
          </p:cNvSpPr>
          <p:nvPr>
            <p:ph type="title"/>
          </p:nvPr>
        </p:nvSpPr>
        <p:spPr>
          <a:xfrm>
            <a:off x="1043779" y="4272868"/>
            <a:ext cx="18975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1"/>
          </p:nvPr>
        </p:nvSpPr>
        <p:spPr>
          <a:xfrm>
            <a:off x="1059229" y="4717656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5" name="Google Shape;295;p39"/>
          <p:cNvSpPr txBox="1">
            <a:spLocks noGrp="1"/>
          </p:cNvSpPr>
          <p:nvPr>
            <p:ph type="title" idx="2"/>
          </p:nvPr>
        </p:nvSpPr>
        <p:spPr>
          <a:xfrm>
            <a:off x="2342317" y="2339167"/>
            <a:ext cx="18819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3"/>
          </p:nvPr>
        </p:nvSpPr>
        <p:spPr>
          <a:xfrm>
            <a:off x="2349967" y="2752101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title" idx="4"/>
          </p:nvPr>
        </p:nvSpPr>
        <p:spPr>
          <a:xfrm>
            <a:off x="3631360" y="4272868"/>
            <a:ext cx="18819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subTitle" idx="5"/>
          </p:nvPr>
        </p:nvSpPr>
        <p:spPr>
          <a:xfrm>
            <a:off x="3639010" y="4717656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39"/>
          <p:cNvSpPr txBox="1">
            <a:spLocks noGrp="1"/>
          </p:cNvSpPr>
          <p:nvPr>
            <p:ph type="title" idx="6"/>
          </p:nvPr>
        </p:nvSpPr>
        <p:spPr>
          <a:xfrm>
            <a:off x="4926083" y="2339167"/>
            <a:ext cx="18756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39"/>
          <p:cNvSpPr txBox="1">
            <a:spLocks noGrp="1"/>
          </p:cNvSpPr>
          <p:nvPr>
            <p:ph type="subTitle" idx="7"/>
          </p:nvPr>
        </p:nvSpPr>
        <p:spPr>
          <a:xfrm>
            <a:off x="4930583" y="2752101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39"/>
          <p:cNvSpPr txBox="1">
            <a:spLocks noGrp="1"/>
          </p:cNvSpPr>
          <p:nvPr>
            <p:ph type="title" idx="8"/>
          </p:nvPr>
        </p:nvSpPr>
        <p:spPr>
          <a:xfrm>
            <a:off x="6215127" y="4272868"/>
            <a:ext cx="18756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2" name="Google Shape;302;p39"/>
          <p:cNvSpPr txBox="1">
            <a:spLocks noGrp="1"/>
          </p:cNvSpPr>
          <p:nvPr>
            <p:ph type="subTitle" idx="9"/>
          </p:nvPr>
        </p:nvSpPr>
        <p:spPr>
          <a:xfrm>
            <a:off x="6219627" y="4717656"/>
            <a:ext cx="18666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39"/>
          <p:cNvSpPr txBox="1">
            <a:spLocks noGrp="1"/>
          </p:cNvSpPr>
          <p:nvPr>
            <p:ph type="title" idx="13"/>
          </p:nvPr>
        </p:nvSpPr>
        <p:spPr>
          <a:xfrm>
            <a:off x="1974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52404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bg>
      <p:bgPr>
        <a:solidFill>
          <a:schemeClr val="accent5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/>
          <p:nvPr/>
        </p:nvSpPr>
        <p:spPr>
          <a:xfrm rot="10800000">
            <a:off x="5891850" y="-516133"/>
            <a:ext cx="5264100" cy="359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6" name="Google Shape;306;p40"/>
          <p:cNvSpPr/>
          <p:nvPr/>
        </p:nvSpPr>
        <p:spPr>
          <a:xfrm>
            <a:off x="-5191825" y="3080667"/>
            <a:ext cx="7403100" cy="5058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7" name="Google Shape;307;p40"/>
          <p:cNvSpPr txBox="1">
            <a:spLocks noGrp="1"/>
          </p:cNvSpPr>
          <p:nvPr>
            <p:ph type="title"/>
          </p:nvPr>
        </p:nvSpPr>
        <p:spPr>
          <a:xfrm>
            <a:off x="862450" y="4432600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8" name="Google Shape;308;p40"/>
          <p:cNvSpPr txBox="1">
            <a:spLocks noGrp="1"/>
          </p:cNvSpPr>
          <p:nvPr>
            <p:ph type="subTitle" idx="1"/>
          </p:nvPr>
        </p:nvSpPr>
        <p:spPr>
          <a:xfrm>
            <a:off x="424450" y="4777615"/>
            <a:ext cx="26397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9" name="Google Shape;309;p40"/>
          <p:cNvSpPr txBox="1">
            <a:spLocks noGrp="1"/>
          </p:cNvSpPr>
          <p:nvPr>
            <p:ph type="title" idx="2"/>
          </p:nvPr>
        </p:nvSpPr>
        <p:spPr>
          <a:xfrm>
            <a:off x="6525755" y="4432600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0" name="Google Shape;310;p40"/>
          <p:cNvSpPr txBox="1">
            <a:spLocks noGrp="1"/>
          </p:cNvSpPr>
          <p:nvPr>
            <p:ph type="subTitle" idx="3"/>
          </p:nvPr>
        </p:nvSpPr>
        <p:spPr>
          <a:xfrm>
            <a:off x="6087751" y="4777615"/>
            <a:ext cx="26397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1" name="Google Shape;311;p40"/>
          <p:cNvSpPr txBox="1">
            <a:spLocks noGrp="1"/>
          </p:cNvSpPr>
          <p:nvPr>
            <p:ph type="title" idx="4"/>
          </p:nvPr>
        </p:nvSpPr>
        <p:spPr>
          <a:xfrm>
            <a:off x="3690150" y="4432600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2" name="Google Shape;312;p40"/>
          <p:cNvSpPr txBox="1">
            <a:spLocks noGrp="1"/>
          </p:cNvSpPr>
          <p:nvPr>
            <p:ph type="subTitle" idx="5"/>
          </p:nvPr>
        </p:nvSpPr>
        <p:spPr>
          <a:xfrm>
            <a:off x="3252148" y="4777615"/>
            <a:ext cx="26397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3" name="Google Shape;313;p40"/>
          <p:cNvSpPr txBox="1">
            <a:spLocks noGrp="1"/>
          </p:cNvSpPr>
          <p:nvPr>
            <p:ph type="title" idx="6"/>
          </p:nvPr>
        </p:nvSpPr>
        <p:spPr>
          <a:xfrm>
            <a:off x="1687950" y="707633"/>
            <a:ext cx="57681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9339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bg>
      <p:bgPr>
        <a:solidFill>
          <a:schemeClr val="accent5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/>
          <p:nvPr/>
        </p:nvSpPr>
        <p:spPr>
          <a:xfrm rot="5400000" flipH="1">
            <a:off x="-4949450" y="930583"/>
            <a:ext cx="14234800" cy="48081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6" name="Google Shape;316;p41"/>
          <p:cNvSpPr txBox="1">
            <a:spLocks noGrp="1"/>
          </p:cNvSpPr>
          <p:nvPr>
            <p:ph type="title"/>
          </p:nvPr>
        </p:nvSpPr>
        <p:spPr>
          <a:xfrm>
            <a:off x="5621850" y="1376300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1"/>
          <p:cNvSpPr txBox="1">
            <a:spLocks noGrp="1"/>
          </p:cNvSpPr>
          <p:nvPr>
            <p:ph type="subTitle" idx="1"/>
          </p:nvPr>
        </p:nvSpPr>
        <p:spPr>
          <a:xfrm>
            <a:off x="5295600" y="1701500"/>
            <a:ext cx="24162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title" idx="2"/>
          </p:nvPr>
        </p:nvSpPr>
        <p:spPr>
          <a:xfrm>
            <a:off x="713225" y="3039600"/>
            <a:ext cx="33288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title" idx="3"/>
          </p:nvPr>
        </p:nvSpPr>
        <p:spPr>
          <a:xfrm>
            <a:off x="5621850" y="3281080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subTitle" idx="4"/>
          </p:nvPr>
        </p:nvSpPr>
        <p:spPr>
          <a:xfrm>
            <a:off x="5295600" y="3612629"/>
            <a:ext cx="24162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title" idx="5"/>
          </p:nvPr>
        </p:nvSpPr>
        <p:spPr>
          <a:xfrm>
            <a:off x="5621850" y="5169892"/>
            <a:ext cx="17637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2" name="Google Shape;322;p41"/>
          <p:cNvSpPr txBox="1">
            <a:spLocks noGrp="1"/>
          </p:cNvSpPr>
          <p:nvPr>
            <p:ph type="subTitle" idx="6"/>
          </p:nvPr>
        </p:nvSpPr>
        <p:spPr>
          <a:xfrm>
            <a:off x="5295600" y="5501443"/>
            <a:ext cx="24162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3" name="Google Shape;323;p41"/>
          <p:cNvSpPr/>
          <p:nvPr/>
        </p:nvSpPr>
        <p:spPr>
          <a:xfrm rot="10800000">
            <a:off x="6984125" y="-8191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24" name="Google Shape;324;p41"/>
          <p:cNvSpPr/>
          <p:nvPr/>
        </p:nvSpPr>
        <p:spPr>
          <a:xfrm rot="10800000">
            <a:off x="7044125" y="-946167"/>
            <a:ext cx="34059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25" name="Google Shape;325;p41"/>
          <p:cNvSpPr/>
          <p:nvPr/>
        </p:nvSpPr>
        <p:spPr>
          <a:xfrm flipH="1">
            <a:off x="7963400" y="5318167"/>
            <a:ext cx="1355400" cy="17524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26" name="Google Shape;326;p41"/>
          <p:cNvSpPr/>
          <p:nvPr/>
        </p:nvSpPr>
        <p:spPr>
          <a:xfrm>
            <a:off x="7338200" y="5674667"/>
            <a:ext cx="2913300" cy="18220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930630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accent5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>
            <a:spLocks noGrp="1"/>
          </p:cNvSpPr>
          <p:nvPr>
            <p:ph type="title"/>
          </p:nvPr>
        </p:nvSpPr>
        <p:spPr>
          <a:xfrm>
            <a:off x="4260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 rot="10800000">
            <a:off x="6907925" y="-10780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30" name="Google Shape;330;p42"/>
          <p:cNvSpPr/>
          <p:nvPr/>
        </p:nvSpPr>
        <p:spPr>
          <a:xfrm rot="10800000">
            <a:off x="6967925" y="-1205067"/>
            <a:ext cx="34059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567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A7B17"/>
          </p15:clr>
        </p15:guide>
        <p15:guide id="2" pos="2160" userDrawn="1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accent5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/>
          <p:nvPr/>
        </p:nvSpPr>
        <p:spPr>
          <a:xfrm>
            <a:off x="-522475" y="4574267"/>
            <a:ext cx="2292600" cy="2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3" name="Google Shape;333;p43"/>
          <p:cNvSpPr txBox="1">
            <a:spLocks noGrp="1"/>
          </p:cNvSpPr>
          <p:nvPr>
            <p:ph type="title"/>
          </p:nvPr>
        </p:nvSpPr>
        <p:spPr>
          <a:xfrm>
            <a:off x="892050" y="707633"/>
            <a:ext cx="7359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4" name="Google Shape;334;p43"/>
          <p:cNvSpPr/>
          <p:nvPr/>
        </p:nvSpPr>
        <p:spPr>
          <a:xfrm rot="10800000">
            <a:off x="7261800" y="-736700"/>
            <a:ext cx="22926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5" name="Google Shape;335;p43"/>
          <p:cNvSpPr/>
          <p:nvPr/>
        </p:nvSpPr>
        <p:spPr>
          <a:xfrm flipH="1">
            <a:off x="-2363425" y="59878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6" name="Google Shape;336;p43"/>
          <p:cNvSpPr/>
          <p:nvPr/>
        </p:nvSpPr>
        <p:spPr>
          <a:xfrm rot="-5400000" flipH="1">
            <a:off x="7549500" y="642267"/>
            <a:ext cx="3276400" cy="1152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6853843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>
            <a:spLocks noGrp="1"/>
          </p:cNvSpPr>
          <p:nvPr>
            <p:ph type="title"/>
          </p:nvPr>
        </p:nvSpPr>
        <p:spPr>
          <a:xfrm>
            <a:off x="892050" y="707633"/>
            <a:ext cx="7359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9" name="Google Shape;339;p44"/>
          <p:cNvSpPr/>
          <p:nvPr/>
        </p:nvSpPr>
        <p:spPr>
          <a:xfrm rot="10800000" flipH="1">
            <a:off x="-229775" y="-480333"/>
            <a:ext cx="22926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40" name="Google Shape;340;p44"/>
          <p:cNvSpPr/>
          <p:nvPr/>
        </p:nvSpPr>
        <p:spPr>
          <a:xfrm>
            <a:off x="6989900" y="45970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4577664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bg>
      <p:bgPr>
        <a:solidFill>
          <a:schemeClr val="accent5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5"/>
          <p:cNvSpPr txBox="1">
            <a:spLocks noGrp="1"/>
          </p:cNvSpPr>
          <p:nvPr>
            <p:ph type="title"/>
          </p:nvPr>
        </p:nvSpPr>
        <p:spPr>
          <a:xfrm>
            <a:off x="713225" y="707633"/>
            <a:ext cx="5771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5"/>
          <p:cNvSpPr/>
          <p:nvPr/>
        </p:nvSpPr>
        <p:spPr>
          <a:xfrm rot="10800000">
            <a:off x="-2495250" y="-1180533"/>
            <a:ext cx="4317900" cy="2950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66471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A7B17"/>
          </p15:clr>
        </p15:guide>
        <p15:guide id="2" pos="2160" userDrawn="1">
          <p15:clr>
            <a:srgbClr val="FA7B17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bg>
      <p:bgPr>
        <a:solidFill>
          <a:schemeClr val="accent5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>
            <a:spLocks noGrp="1"/>
          </p:cNvSpPr>
          <p:nvPr>
            <p:ph type="title"/>
          </p:nvPr>
        </p:nvSpPr>
        <p:spPr>
          <a:xfrm>
            <a:off x="713225" y="707633"/>
            <a:ext cx="7359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6" name="Google Shape;346;p46"/>
          <p:cNvSpPr/>
          <p:nvPr/>
        </p:nvSpPr>
        <p:spPr>
          <a:xfrm>
            <a:off x="-1776650" y="3601567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47" name="Google Shape;347;p46"/>
          <p:cNvSpPr/>
          <p:nvPr/>
        </p:nvSpPr>
        <p:spPr>
          <a:xfrm rot="10800000">
            <a:off x="6494725" y="-1576333"/>
            <a:ext cx="34059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48" name="Google Shape;348;p46"/>
          <p:cNvSpPr/>
          <p:nvPr/>
        </p:nvSpPr>
        <p:spPr>
          <a:xfrm rot="10800000">
            <a:off x="5454700" y="-23857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427308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bg>
      <p:bgPr>
        <a:solidFill>
          <a:schemeClr val="accent5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>
            <a:spLocks noGrp="1"/>
          </p:cNvSpPr>
          <p:nvPr>
            <p:ph type="title"/>
          </p:nvPr>
        </p:nvSpPr>
        <p:spPr>
          <a:xfrm>
            <a:off x="892050" y="707633"/>
            <a:ext cx="7359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1" name="Google Shape;351;p47"/>
          <p:cNvSpPr/>
          <p:nvPr/>
        </p:nvSpPr>
        <p:spPr>
          <a:xfrm rot="10800000" flipH="1">
            <a:off x="-287750" y="-151700"/>
            <a:ext cx="2978700" cy="4110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52" name="Google Shape;352;p47"/>
          <p:cNvSpPr/>
          <p:nvPr/>
        </p:nvSpPr>
        <p:spPr>
          <a:xfrm>
            <a:off x="5008975" y="2249333"/>
            <a:ext cx="7403100" cy="5058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6528447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bg>
      <p:bgPr>
        <a:solidFill>
          <a:schemeClr val="accent5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8"/>
          <p:cNvSpPr txBox="1">
            <a:spLocks noGrp="1"/>
          </p:cNvSpPr>
          <p:nvPr>
            <p:ph type="title"/>
          </p:nvPr>
        </p:nvSpPr>
        <p:spPr>
          <a:xfrm>
            <a:off x="716550" y="707633"/>
            <a:ext cx="7710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5" name="Google Shape;355;p48"/>
          <p:cNvSpPr/>
          <p:nvPr/>
        </p:nvSpPr>
        <p:spPr>
          <a:xfrm>
            <a:off x="-1681400" y="3309467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56" name="Google Shape;356;p48"/>
          <p:cNvSpPr/>
          <p:nvPr/>
        </p:nvSpPr>
        <p:spPr>
          <a:xfrm rot="10800000">
            <a:off x="6494725" y="-15763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57" name="Google Shape;357;p48"/>
          <p:cNvSpPr/>
          <p:nvPr/>
        </p:nvSpPr>
        <p:spPr>
          <a:xfrm rot="10800000">
            <a:off x="5454700" y="-23857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7072740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bg>
      <p:bgPr>
        <a:solidFill>
          <a:schemeClr val="accent5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>
            <a:spLocks noGrp="1"/>
          </p:cNvSpPr>
          <p:nvPr>
            <p:ph type="title"/>
          </p:nvPr>
        </p:nvSpPr>
        <p:spPr>
          <a:xfrm>
            <a:off x="713225" y="707633"/>
            <a:ext cx="7710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0" name="Google Shape;360;p49"/>
          <p:cNvSpPr/>
          <p:nvPr/>
        </p:nvSpPr>
        <p:spPr>
          <a:xfrm>
            <a:off x="-1681400" y="3309467"/>
            <a:ext cx="34059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61" name="Google Shape;361;p49"/>
          <p:cNvSpPr/>
          <p:nvPr/>
        </p:nvSpPr>
        <p:spPr>
          <a:xfrm rot="10800000">
            <a:off x="6494725" y="-15763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62" name="Google Shape;362;p49"/>
          <p:cNvSpPr/>
          <p:nvPr/>
        </p:nvSpPr>
        <p:spPr>
          <a:xfrm rot="10800000">
            <a:off x="5515225" y="-24094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3" name="Google Shape;363;p49"/>
          <p:cNvSpPr txBox="1">
            <a:spLocks noGrp="1"/>
          </p:cNvSpPr>
          <p:nvPr>
            <p:ph type="body" idx="1"/>
          </p:nvPr>
        </p:nvSpPr>
        <p:spPr>
          <a:xfrm>
            <a:off x="713225" y="1898867"/>
            <a:ext cx="77109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marR="50799" lvl="0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317492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3877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1">
  <p:cSld name="Title and text 11">
    <p:bg>
      <p:bgPr>
        <a:solidFill>
          <a:schemeClr val="accent5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>
            <a:spLocks noGrp="1"/>
          </p:cNvSpPr>
          <p:nvPr>
            <p:ph type="title"/>
          </p:nvPr>
        </p:nvSpPr>
        <p:spPr>
          <a:xfrm>
            <a:off x="713225" y="707633"/>
            <a:ext cx="7710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6" name="Google Shape;366;p50"/>
          <p:cNvSpPr/>
          <p:nvPr/>
        </p:nvSpPr>
        <p:spPr>
          <a:xfrm flipH="1">
            <a:off x="7413700" y="3309467"/>
            <a:ext cx="34059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67" name="Google Shape;367;p50"/>
          <p:cNvSpPr/>
          <p:nvPr/>
        </p:nvSpPr>
        <p:spPr>
          <a:xfrm rot="10800000" flipH="1">
            <a:off x="-924550" y="-1805433"/>
            <a:ext cx="34059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68" name="Google Shape;368;p50"/>
          <p:cNvSpPr/>
          <p:nvPr/>
        </p:nvSpPr>
        <p:spPr>
          <a:xfrm rot="10800000" flipH="1">
            <a:off x="-1996725" y="-26475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9" name="Google Shape;369;p50"/>
          <p:cNvSpPr txBox="1">
            <a:spLocks noGrp="1"/>
          </p:cNvSpPr>
          <p:nvPr>
            <p:ph type="body" idx="1"/>
          </p:nvPr>
        </p:nvSpPr>
        <p:spPr>
          <a:xfrm>
            <a:off x="713225" y="1898867"/>
            <a:ext cx="77109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marR="50799" lvl="0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317492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317492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97466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5">
  <p:cSld name="Title and three columns 5">
    <p:bg>
      <p:bgPr>
        <a:solidFill>
          <a:schemeClr val="accent5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>
            <a:spLocks noGrp="1"/>
          </p:cNvSpPr>
          <p:nvPr>
            <p:ph type="title"/>
          </p:nvPr>
        </p:nvSpPr>
        <p:spPr>
          <a:xfrm>
            <a:off x="1974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2" name="Google Shape;372;p51"/>
          <p:cNvSpPr txBox="1">
            <a:spLocks noGrp="1"/>
          </p:cNvSpPr>
          <p:nvPr>
            <p:ph type="title" idx="2"/>
          </p:nvPr>
        </p:nvSpPr>
        <p:spPr>
          <a:xfrm>
            <a:off x="1284681" y="4360033"/>
            <a:ext cx="1159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3" name="Google Shape;373;p51"/>
          <p:cNvSpPr txBox="1">
            <a:spLocks noGrp="1"/>
          </p:cNvSpPr>
          <p:nvPr>
            <p:ph type="subTitle" idx="1"/>
          </p:nvPr>
        </p:nvSpPr>
        <p:spPr>
          <a:xfrm>
            <a:off x="940581" y="4721593"/>
            <a:ext cx="1848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4" name="Google Shape;374;p51"/>
          <p:cNvSpPr txBox="1">
            <a:spLocks noGrp="1"/>
          </p:cNvSpPr>
          <p:nvPr>
            <p:ph type="title" idx="3"/>
          </p:nvPr>
        </p:nvSpPr>
        <p:spPr>
          <a:xfrm>
            <a:off x="6699519" y="4343300"/>
            <a:ext cx="1159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51"/>
          <p:cNvSpPr txBox="1">
            <a:spLocks noGrp="1"/>
          </p:cNvSpPr>
          <p:nvPr>
            <p:ph type="subTitle" idx="4"/>
          </p:nvPr>
        </p:nvSpPr>
        <p:spPr>
          <a:xfrm>
            <a:off x="6355419" y="4693476"/>
            <a:ext cx="1848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51"/>
          <p:cNvSpPr txBox="1">
            <a:spLocks noGrp="1"/>
          </p:cNvSpPr>
          <p:nvPr>
            <p:ph type="title" idx="5"/>
          </p:nvPr>
        </p:nvSpPr>
        <p:spPr>
          <a:xfrm>
            <a:off x="3990022" y="4360033"/>
            <a:ext cx="1159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51"/>
          <p:cNvSpPr txBox="1">
            <a:spLocks noGrp="1"/>
          </p:cNvSpPr>
          <p:nvPr>
            <p:ph type="subTitle" idx="6"/>
          </p:nvPr>
        </p:nvSpPr>
        <p:spPr>
          <a:xfrm>
            <a:off x="3645922" y="4721593"/>
            <a:ext cx="1848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222201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accent5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/>
          <p:nvPr/>
        </p:nvSpPr>
        <p:spPr>
          <a:xfrm flipH="1">
            <a:off x="4458687" y="-1257300"/>
            <a:ext cx="8250600" cy="106664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80" name="Google Shape;380;p52"/>
          <p:cNvSpPr/>
          <p:nvPr/>
        </p:nvSpPr>
        <p:spPr>
          <a:xfrm>
            <a:off x="3310050" y="2596667"/>
            <a:ext cx="25239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1" name="Google Shape;381;p52"/>
          <p:cNvSpPr/>
          <p:nvPr/>
        </p:nvSpPr>
        <p:spPr>
          <a:xfrm>
            <a:off x="535050" y="2596667"/>
            <a:ext cx="25239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2" name="Google Shape;382;p52"/>
          <p:cNvSpPr/>
          <p:nvPr/>
        </p:nvSpPr>
        <p:spPr>
          <a:xfrm>
            <a:off x="6085050" y="2596667"/>
            <a:ext cx="25239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3" name="Google Shape;383;p52"/>
          <p:cNvSpPr txBox="1">
            <a:spLocks noGrp="1"/>
          </p:cNvSpPr>
          <p:nvPr>
            <p:ph type="subTitle" idx="1"/>
          </p:nvPr>
        </p:nvSpPr>
        <p:spPr>
          <a:xfrm>
            <a:off x="653699" y="4188233"/>
            <a:ext cx="22866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4" name="Google Shape;384;p52"/>
          <p:cNvSpPr txBox="1">
            <a:spLocks noGrp="1"/>
          </p:cNvSpPr>
          <p:nvPr>
            <p:ph type="subTitle" idx="2"/>
          </p:nvPr>
        </p:nvSpPr>
        <p:spPr>
          <a:xfrm>
            <a:off x="3439674" y="4188233"/>
            <a:ext cx="22866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5" name="Google Shape;385;p52"/>
          <p:cNvSpPr txBox="1">
            <a:spLocks noGrp="1"/>
          </p:cNvSpPr>
          <p:nvPr>
            <p:ph type="subTitle" idx="3"/>
          </p:nvPr>
        </p:nvSpPr>
        <p:spPr>
          <a:xfrm>
            <a:off x="6203701" y="4188233"/>
            <a:ext cx="22866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6" name="Google Shape;386;p52"/>
          <p:cNvSpPr txBox="1">
            <a:spLocks noGrp="1"/>
          </p:cNvSpPr>
          <p:nvPr>
            <p:ph type="title" hasCustomPrompt="1"/>
          </p:nvPr>
        </p:nvSpPr>
        <p:spPr>
          <a:xfrm>
            <a:off x="588299" y="3290833"/>
            <a:ext cx="24174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7" name="Google Shape;387;p52"/>
          <p:cNvSpPr txBox="1">
            <a:spLocks noGrp="1"/>
          </p:cNvSpPr>
          <p:nvPr>
            <p:ph type="title" idx="4" hasCustomPrompt="1"/>
          </p:nvPr>
        </p:nvSpPr>
        <p:spPr>
          <a:xfrm>
            <a:off x="3363300" y="3290833"/>
            <a:ext cx="24174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52"/>
          <p:cNvSpPr txBox="1">
            <a:spLocks noGrp="1"/>
          </p:cNvSpPr>
          <p:nvPr>
            <p:ph type="title" idx="5" hasCustomPrompt="1"/>
          </p:nvPr>
        </p:nvSpPr>
        <p:spPr>
          <a:xfrm>
            <a:off x="6138301" y="3290833"/>
            <a:ext cx="24174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9" name="Google Shape;389;p52"/>
          <p:cNvSpPr txBox="1">
            <a:spLocks noGrp="1"/>
          </p:cNvSpPr>
          <p:nvPr>
            <p:ph type="title" idx="6"/>
          </p:nvPr>
        </p:nvSpPr>
        <p:spPr>
          <a:xfrm>
            <a:off x="1974300" y="707633"/>
            <a:ext cx="5195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52"/>
          <p:cNvSpPr/>
          <p:nvPr/>
        </p:nvSpPr>
        <p:spPr>
          <a:xfrm flipH="1">
            <a:off x="7169700" y="3189233"/>
            <a:ext cx="34059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91" name="Google Shape;391;p52"/>
          <p:cNvSpPr/>
          <p:nvPr/>
        </p:nvSpPr>
        <p:spPr>
          <a:xfrm rot="10800000" flipH="1">
            <a:off x="-762425" y="-1576333"/>
            <a:ext cx="34059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392" name="Google Shape;392;p52"/>
          <p:cNvSpPr/>
          <p:nvPr/>
        </p:nvSpPr>
        <p:spPr>
          <a:xfrm rot="10800000" flipH="1">
            <a:off x="-1681400" y="-23857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8631133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solidFill>
          <a:schemeClr val="dk1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"/>
          <p:cNvSpPr txBox="1">
            <a:spLocks noGrp="1"/>
          </p:cNvSpPr>
          <p:nvPr>
            <p:ph type="subTitle" idx="1"/>
          </p:nvPr>
        </p:nvSpPr>
        <p:spPr>
          <a:xfrm>
            <a:off x="713250" y="1686172"/>
            <a:ext cx="77175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5" name="Google Shape;395;p53"/>
          <p:cNvSpPr txBox="1">
            <a:spLocks noGrp="1"/>
          </p:cNvSpPr>
          <p:nvPr>
            <p:ph type="title" hasCustomPrompt="1"/>
          </p:nvPr>
        </p:nvSpPr>
        <p:spPr>
          <a:xfrm>
            <a:off x="713227" y="853095"/>
            <a:ext cx="77175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6" name="Google Shape;396;p53"/>
          <p:cNvSpPr txBox="1">
            <a:spLocks noGrp="1"/>
          </p:cNvSpPr>
          <p:nvPr>
            <p:ph type="subTitle" idx="2"/>
          </p:nvPr>
        </p:nvSpPr>
        <p:spPr>
          <a:xfrm>
            <a:off x="713250" y="3602539"/>
            <a:ext cx="77175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7" name="Google Shape;397;p53"/>
          <p:cNvSpPr txBox="1">
            <a:spLocks noGrp="1"/>
          </p:cNvSpPr>
          <p:nvPr>
            <p:ph type="title" idx="3" hasCustomPrompt="1"/>
          </p:nvPr>
        </p:nvSpPr>
        <p:spPr>
          <a:xfrm>
            <a:off x="713227" y="2769461"/>
            <a:ext cx="77175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8" name="Google Shape;398;p53"/>
          <p:cNvSpPr txBox="1">
            <a:spLocks noGrp="1"/>
          </p:cNvSpPr>
          <p:nvPr>
            <p:ph type="subTitle" idx="4"/>
          </p:nvPr>
        </p:nvSpPr>
        <p:spPr>
          <a:xfrm>
            <a:off x="713250" y="5518905"/>
            <a:ext cx="77175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9" name="Google Shape;399;p53"/>
          <p:cNvSpPr txBox="1">
            <a:spLocks noGrp="1"/>
          </p:cNvSpPr>
          <p:nvPr>
            <p:ph type="title" idx="5" hasCustomPrompt="1"/>
          </p:nvPr>
        </p:nvSpPr>
        <p:spPr>
          <a:xfrm>
            <a:off x="713227" y="4685828"/>
            <a:ext cx="77175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53"/>
          <p:cNvSpPr/>
          <p:nvPr/>
        </p:nvSpPr>
        <p:spPr>
          <a:xfrm rot="10800000">
            <a:off x="5913650" y="-548500"/>
            <a:ext cx="5264100" cy="359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1" name="Google Shape;401;p53"/>
          <p:cNvSpPr/>
          <p:nvPr/>
        </p:nvSpPr>
        <p:spPr>
          <a:xfrm>
            <a:off x="-5191825" y="3080667"/>
            <a:ext cx="7403100" cy="5058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2" name="Google Shape;402;p53"/>
          <p:cNvSpPr/>
          <p:nvPr/>
        </p:nvSpPr>
        <p:spPr>
          <a:xfrm flipH="1">
            <a:off x="-924100" y="5330600"/>
            <a:ext cx="3329700" cy="2082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686705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 txBox="1">
            <a:spLocks noGrp="1"/>
          </p:cNvSpPr>
          <p:nvPr>
            <p:ph type="title"/>
          </p:nvPr>
        </p:nvSpPr>
        <p:spPr>
          <a:xfrm>
            <a:off x="716550" y="707633"/>
            <a:ext cx="77109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5" name="Google Shape;405;p54"/>
          <p:cNvSpPr/>
          <p:nvPr/>
        </p:nvSpPr>
        <p:spPr>
          <a:xfrm>
            <a:off x="-1681400" y="3309467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06" name="Google Shape;406;p54"/>
          <p:cNvSpPr/>
          <p:nvPr/>
        </p:nvSpPr>
        <p:spPr>
          <a:xfrm rot="10800000">
            <a:off x="6494725" y="-15763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07" name="Google Shape;407;p54"/>
          <p:cNvSpPr/>
          <p:nvPr/>
        </p:nvSpPr>
        <p:spPr>
          <a:xfrm rot="10800000">
            <a:off x="5454700" y="-23857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8" name="Google Shape;408;p54"/>
          <p:cNvSpPr txBox="1">
            <a:spLocks noGrp="1"/>
          </p:cNvSpPr>
          <p:nvPr>
            <p:ph type="title" idx="2"/>
          </p:nvPr>
        </p:nvSpPr>
        <p:spPr>
          <a:xfrm>
            <a:off x="928050" y="4754367"/>
            <a:ext cx="1509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9" name="Google Shape;409;p54"/>
          <p:cNvSpPr txBox="1">
            <a:spLocks noGrp="1"/>
          </p:cNvSpPr>
          <p:nvPr>
            <p:ph type="subTitle" idx="1"/>
          </p:nvPr>
        </p:nvSpPr>
        <p:spPr>
          <a:xfrm>
            <a:off x="758850" y="5267320"/>
            <a:ext cx="184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0" name="Google Shape;410;p54"/>
          <p:cNvSpPr txBox="1">
            <a:spLocks noGrp="1"/>
          </p:cNvSpPr>
          <p:nvPr>
            <p:ph type="title" idx="3"/>
          </p:nvPr>
        </p:nvSpPr>
        <p:spPr>
          <a:xfrm>
            <a:off x="6686827" y="4754367"/>
            <a:ext cx="1509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1" name="Google Shape;411;p54"/>
          <p:cNvSpPr txBox="1">
            <a:spLocks noGrp="1"/>
          </p:cNvSpPr>
          <p:nvPr>
            <p:ph type="subTitle" idx="4"/>
          </p:nvPr>
        </p:nvSpPr>
        <p:spPr>
          <a:xfrm>
            <a:off x="6517622" y="5267320"/>
            <a:ext cx="184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2" name="Google Shape;412;p54"/>
          <p:cNvSpPr txBox="1">
            <a:spLocks noGrp="1"/>
          </p:cNvSpPr>
          <p:nvPr>
            <p:ph type="title" idx="5"/>
          </p:nvPr>
        </p:nvSpPr>
        <p:spPr>
          <a:xfrm>
            <a:off x="3815126" y="4754367"/>
            <a:ext cx="1509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3" name="Google Shape;413;p54"/>
          <p:cNvSpPr txBox="1">
            <a:spLocks noGrp="1"/>
          </p:cNvSpPr>
          <p:nvPr>
            <p:ph type="subTitle" idx="6"/>
          </p:nvPr>
        </p:nvSpPr>
        <p:spPr>
          <a:xfrm>
            <a:off x="3645921" y="5267320"/>
            <a:ext cx="184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title" idx="7" hasCustomPrompt="1"/>
          </p:nvPr>
        </p:nvSpPr>
        <p:spPr>
          <a:xfrm>
            <a:off x="4006513" y="3330500"/>
            <a:ext cx="1131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5" name="Google Shape;415;p54"/>
          <p:cNvSpPr txBox="1">
            <a:spLocks noGrp="1"/>
          </p:cNvSpPr>
          <p:nvPr>
            <p:ph type="title" idx="8" hasCustomPrompt="1"/>
          </p:nvPr>
        </p:nvSpPr>
        <p:spPr>
          <a:xfrm>
            <a:off x="1117350" y="3330497"/>
            <a:ext cx="1131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6" name="Google Shape;416;p54"/>
          <p:cNvSpPr txBox="1">
            <a:spLocks noGrp="1"/>
          </p:cNvSpPr>
          <p:nvPr>
            <p:ph type="title" idx="9" hasCustomPrompt="1"/>
          </p:nvPr>
        </p:nvSpPr>
        <p:spPr>
          <a:xfrm>
            <a:off x="6876113" y="3330497"/>
            <a:ext cx="1131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7150531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bg>
      <p:bgPr>
        <a:solidFill>
          <a:schemeClr val="accent5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5"/>
          <p:cNvSpPr/>
          <p:nvPr/>
        </p:nvSpPr>
        <p:spPr>
          <a:xfrm>
            <a:off x="-50" y="7467"/>
            <a:ext cx="9144000" cy="6858000"/>
          </a:xfrm>
          <a:prstGeom prst="rect">
            <a:avLst/>
          </a:prstGeom>
          <a:solidFill>
            <a:schemeClr val="lt1">
              <a:alpha val="235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9" name="Google Shape;419;p55"/>
          <p:cNvSpPr/>
          <p:nvPr/>
        </p:nvSpPr>
        <p:spPr>
          <a:xfrm>
            <a:off x="-75550" y="617733"/>
            <a:ext cx="4886400" cy="14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0" name="Google Shape;420;p55"/>
          <p:cNvSpPr/>
          <p:nvPr/>
        </p:nvSpPr>
        <p:spPr>
          <a:xfrm rot="10800000">
            <a:off x="6530450" y="-819167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21" name="Google Shape;421;p55"/>
          <p:cNvSpPr/>
          <p:nvPr/>
        </p:nvSpPr>
        <p:spPr>
          <a:xfrm rot="10800000">
            <a:off x="6749525" y="-946167"/>
            <a:ext cx="34059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22" name="Google Shape;422;p55"/>
          <p:cNvSpPr txBox="1">
            <a:spLocks noGrp="1"/>
          </p:cNvSpPr>
          <p:nvPr>
            <p:ph type="title"/>
          </p:nvPr>
        </p:nvSpPr>
        <p:spPr>
          <a:xfrm>
            <a:off x="713225" y="707633"/>
            <a:ext cx="3858900" cy="11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5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356320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dk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/>
          <p:nvPr/>
        </p:nvSpPr>
        <p:spPr>
          <a:xfrm>
            <a:off x="4165600" y="3760568"/>
            <a:ext cx="8077200" cy="5167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5" name="Google Shape;425;p56"/>
          <p:cNvSpPr/>
          <p:nvPr/>
        </p:nvSpPr>
        <p:spPr>
          <a:xfrm rot="10800000">
            <a:off x="-1006525" y="-392933"/>
            <a:ext cx="4029300" cy="25780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6" name="Google Shape;426;p56"/>
          <p:cNvSpPr txBox="1">
            <a:spLocks noGrp="1"/>
          </p:cNvSpPr>
          <p:nvPr>
            <p:ph type="title"/>
          </p:nvPr>
        </p:nvSpPr>
        <p:spPr>
          <a:xfrm>
            <a:off x="713250" y="896984"/>
            <a:ext cx="7717500" cy="17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8000" b="1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7" name="Google Shape;427;p56"/>
          <p:cNvSpPr txBox="1">
            <a:spLocks noGrp="1"/>
          </p:cNvSpPr>
          <p:nvPr>
            <p:ph type="body" idx="1"/>
          </p:nvPr>
        </p:nvSpPr>
        <p:spPr>
          <a:xfrm>
            <a:off x="3068250" y="2839364"/>
            <a:ext cx="30075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378" lvl="1" indent="-31749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566" lvl="2" indent="-31749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754" lvl="3" indent="-31749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5943" lvl="4" indent="-31749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132" lvl="5" indent="-31749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320" lvl="6" indent="-31749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509" lvl="7" indent="-317492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697" lvl="8" indent="-317492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8" name="Google Shape;428;p56"/>
          <p:cNvSpPr txBox="1"/>
          <p:nvPr/>
        </p:nvSpPr>
        <p:spPr>
          <a:xfrm>
            <a:off x="2483550" y="4523533"/>
            <a:ext cx="4176900" cy="9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infographics &amp; images by </a:t>
            </a:r>
            <a:r>
              <a:rPr lang="en" sz="1100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100"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9" name="Google Shape;429;p56"/>
          <p:cNvSpPr txBox="1">
            <a:spLocks noGrp="1"/>
          </p:cNvSpPr>
          <p:nvPr>
            <p:ph type="subTitle" idx="2"/>
          </p:nvPr>
        </p:nvSpPr>
        <p:spPr>
          <a:xfrm>
            <a:off x="3069175" y="2457500"/>
            <a:ext cx="3007500" cy="5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3510409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/>
          <p:nvPr/>
        </p:nvSpPr>
        <p:spPr>
          <a:xfrm flipH="1">
            <a:off x="7024500" y="3467500"/>
            <a:ext cx="34059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32" name="Google Shape;432;p57"/>
          <p:cNvSpPr/>
          <p:nvPr/>
        </p:nvSpPr>
        <p:spPr>
          <a:xfrm flipH="1">
            <a:off x="7128800" y="3467500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33" name="Google Shape;433;p57"/>
          <p:cNvSpPr/>
          <p:nvPr/>
        </p:nvSpPr>
        <p:spPr>
          <a:xfrm rot="10800000" flipH="1">
            <a:off x="-762425" y="-1220733"/>
            <a:ext cx="34059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sp>
        <p:nvSpPr>
          <p:cNvPr id="434" name="Google Shape;434;p57"/>
          <p:cNvSpPr/>
          <p:nvPr/>
        </p:nvSpPr>
        <p:spPr>
          <a:xfrm rot="10800000" flipH="1">
            <a:off x="-1681400" y="-2030167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149805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ackground  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8"/>
          <p:cNvSpPr/>
          <p:nvPr/>
        </p:nvSpPr>
        <p:spPr>
          <a:xfrm rot="10800000" flipH="1">
            <a:off x="0" y="-48267"/>
            <a:ext cx="22926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7" name="Google Shape;437;p58"/>
          <p:cNvSpPr/>
          <p:nvPr/>
        </p:nvSpPr>
        <p:spPr>
          <a:xfrm>
            <a:off x="6053100" y="4086433"/>
            <a:ext cx="53649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28989485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2">
  <p:cSld name="Background  2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59"/>
          <p:cNvCxnSpPr/>
          <p:nvPr/>
        </p:nvCxnSpPr>
        <p:spPr>
          <a:xfrm>
            <a:off x="6350113" y="-2001500"/>
            <a:ext cx="37575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" name="Google Shape;440;p59"/>
          <p:cNvSpPr/>
          <p:nvPr/>
        </p:nvSpPr>
        <p:spPr>
          <a:xfrm>
            <a:off x="-64200" y="5101033"/>
            <a:ext cx="1296000" cy="184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1" name="Google Shape;441;p59"/>
          <p:cNvSpPr/>
          <p:nvPr/>
        </p:nvSpPr>
        <p:spPr>
          <a:xfrm>
            <a:off x="5258900" y="-317233"/>
            <a:ext cx="11403900" cy="77924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2" name="Google Shape;442;p59"/>
          <p:cNvSpPr/>
          <p:nvPr/>
        </p:nvSpPr>
        <p:spPr>
          <a:xfrm rot="10800000">
            <a:off x="-5389050" y="-2882633"/>
            <a:ext cx="11403900" cy="7792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3" name="Google Shape;443;p59"/>
          <p:cNvSpPr/>
          <p:nvPr/>
        </p:nvSpPr>
        <p:spPr>
          <a:xfrm>
            <a:off x="5211275" y="5151367"/>
            <a:ext cx="29073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4" name="Google Shape;444;p59"/>
          <p:cNvSpPr/>
          <p:nvPr/>
        </p:nvSpPr>
        <p:spPr>
          <a:xfrm rot="10800000">
            <a:off x="1107975" y="-741433"/>
            <a:ext cx="29073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90325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41CF5-9F4E-AD4E-85CE-9C193812DC7B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158EA-CC92-144B-ADF3-9107893E1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451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9275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66508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805750" y="2931567"/>
            <a:ext cx="4322700" cy="20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Julius Sans One"/>
              <a:buNone/>
              <a:defRPr sz="4000" b="1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299250" y="5539167"/>
            <a:ext cx="38292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1529999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41CF5-9F4E-AD4E-85CE-9C193812DC7B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158EA-CC92-144B-ADF3-9107893E1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5193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71857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6"/>
          <p:cNvSpPr txBox="1">
            <a:spLocks noGrp="1"/>
          </p:cNvSpPr>
          <p:nvPr>
            <p:ph type="title"/>
          </p:nvPr>
        </p:nvSpPr>
        <p:spPr>
          <a:xfrm>
            <a:off x="1048350" y="431800"/>
            <a:ext cx="70473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70850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805750" y="2931567"/>
            <a:ext cx="4322700" cy="20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Julius Sans One"/>
              <a:buNone/>
              <a:defRPr sz="4000" b="1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299250" y="5539167"/>
            <a:ext cx="38292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071857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41CF5-9F4E-AD4E-85CE-9C193812DC7B}" type="datetimeFigureOut">
              <a:rPr lang="en-US" smtClean="0"/>
              <a:t>2/27/24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158EA-CC92-144B-ADF3-9107893E16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3748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ctrTitle"/>
          </p:nvPr>
        </p:nvSpPr>
        <p:spPr>
          <a:xfrm>
            <a:off x="713225" y="2093867"/>
            <a:ext cx="7717500" cy="21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3" name="Google Shape;103;p2"/>
          <p:cNvSpPr txBox="1">
            <a:spLocks noGrp="1"/>
          </p:cNvSpPr>
          <p:nvPr>
            <p:ph type="subTitle" idx="1"/>
          </p:nvPr>
        </p:nvSpPr>
        <p:spPr>
          <a:xfrm>
            <a:off x="713225" y="4240667"/>
            <a:ext cx="77214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grpSp>
        <p:nvGrpSpPr>
          <p:cNvPr id="104" name="Google Shape;104;p2"/>
          <p:cNvGrpSpPr/>
          <p:nvPr/>
        </p:nvGrpSpPr>
        <p:grpSpPr>
          <a:xfrm rot="10800000">
            <a:off x="711299" y="6"/>
            <a:ext cx="7721361" cy="604308"/>
            <a:chOff x="713261" y="4150779"/>
            <a:chExt cx="7721361" cy="453231"/>
          </a:xfrm>
        </p:grpSpPr>
        <p:grpSp>
          <p:nvGrpSpPr>
            <p:cNvPr id="105" name="Google Shape;105;p2"/>
            <p:cNvGrpSpPr/>
            <p:nvPr/>
          </p:nvGrpSpPr>
          <p:grpSpPr>
            <a:xfrm>
              <a:off x="713261" y="4150779"/>
              <a:ext cx="4528741" cy="453231"/>
              <a:chOff x="2226811" y="890954"/>
              <a:chExt cx="4528741" cy="453231"/>
            </a:xfrm>
          </p:grpSpPr>
          <p:sp>
            <p:nvSpPr>
              <p:cNvPr id="106" name="Google Shape;106;p2"/>
              <p:cNvSpPr/>
              <p:nvPr/>
            </p:nvSpPr>
            <p:spPr>
              <a:xfrm>
                <a:off x="3450556" y="1155076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3909737" y="1006185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521241" y="890954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5439602" y="960042"/>
                <a:ext cx="92205" cy="38414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47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4827361" y="1080063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3297865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3756677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4368549" y="1066573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133482" y="1222651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5898415" y="1283418"/>
                <a:ext cx="92205" cy="6076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5745354" y="1188738"/>
                <a:ext cx="92205" cy="15544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3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510287" y="1215213"/>
                <a:ext cx="92574" cy="12897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023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023"/>
                    </a:lnTo>
                    <a:lnTo>
                      <a:pt x="0" y="10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6357595" y="1255556"/>
                <a:ext cx="92205" cy="8862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0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03"/>
                    </a:lnTo>
                    <a:lnTo>
                      <a:pt x="0" y="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6663347" y="1236897"/>
                <a:ext cx="92205" cy="1072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85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851"/>
                    </a:lnTo>
                    <a:lnTo>
                      <a:pt x="0" y="8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6204535" y="1126710"/>
                <a:ext cx="92205" cy="21747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72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725"/>
                    </a:lnTo>
                    <a:lnTo>
                      <a:pt x="0" y="1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5286542" y="1168692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4062797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991744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685624" y="1247992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2379503" y="1248118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2532563" y="1183569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3144804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3603617" y="1283040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4215858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4980422" y="1114481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4674301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5592294" y="1306111"/>
                <a:ext cx="92574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6051475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838684" y="1313676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226811" y="1105404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" name="Google Shape;136;p2"/>
            <p:cNvGrpSpPr/>
            <p:nvPr/>
          </p:nvGrpSpPr>
          <p:grpSpPr>
            <a:xfrm>
              <a:off x="5301739" y="4150779"/>
              <a:ext cx="3132883" cy="453231"/>
              <a:chOff x="5301739" y="4150779"/>
              <a:chExt cx="3132883" cy="453231"/>
            </a:xfrm>
          </p:grpSpPr>
          <p:sp>
            <p:nvSpPr>
              <p:cNvPr id="137" name="Google Shape;137;p2"/>
              <p:cNvSpPr/>
              <p:nvPr/>
            </p:nvSpPr>
            <p:spPr>
              <a:xfrm>
                <a:off x="6517641" y="4414901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6974204" y="4266010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7582340" y="4150779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7886592" y="4339888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6365700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6822262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7430029" y="4326398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8190475" y="4482476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8342417" y="4428517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7126146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6061816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5757933" y="4507817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5453681" y="4507943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5605991" y="4443394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621375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6669952" y="4542865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727808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8038534" y="4374306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7734650" y="4565936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5909875" y="4573501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5301739" y="4365229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8" name="Google Shape;158;p2"/>
          <p:cNvGrpSpPr/>
          <p:nvPr/>
        </p:nvGrpSpPr>
        <p:grpSpPr>
          <a:xfrm>
            <a:off x="711325" y="6253706"/>
            <a:ext cx="7721361" cy="604308"/>
            <a:chOff x="713261" y="4150779"/>
            <a:chExt cx="7721361" cy="453231"/>
          </a:xfrm>
        </p:grpSpPr>
        <p:grpSp>
          <p:nvGrpSpPr>
            <p:cNvPr id="159" name="Google Shape;159;p2"/>
            <p:cNvGrpSpPr/>
            <p:nvPr/>
          </p:nvGrpSpPr>
          <p:grpSpPr>
            <a:xfrm>
              <a:off x="713261" y="4150779"/>
              <a:ext cx="4528741" cy="453231"/>
              <a:chOff x="2226811" y="890954"/>
              <a:chExt cx="4528741" cy="453231"/>
            </a:xfrm>
          </p:grpSpPr>
          <p:sp>
            <p:nvSpPr>
              <p:cNvPr id="160" name="Google Shape;160;p2"/>
              <p:cNvSpPr/>
              <p:nvPr/>
            </p:nvSpPr>
            <p:spPr>
              <a:xfrm>
                <a:off x="3450556" y="1155076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3909737" y="1006185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4521241" y="890954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5439602" y="960042"/>
                <a:ext cx="92205" cy="38414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47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4827361" y="1080063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3297865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3756677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4368549" y="1066573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5133482" y="1222651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5898415" y="1283418"/>
                <a:ext cx="92205" cy="6076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5745354" y="1188738"/>
                <a:ext cx="92205" cy="15544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3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6510287" y="1215213"/>
                <a:ext cx="92574" cy="12897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023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023"/>
                    </a:lnTo>
                    <a:lnTo>
                      <a:pt x="0" y="10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6357595" y="1255556"/>
                <a:ext cx="92205" cy="8862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0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03"/>
                    </a:lnTo>
                    <a:lnTo>
                      <a:pt x="0" y="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6663347" y="1236897"/>
                <a:ext cx="92205" cy="1072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85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851"/>
                    </a:lnTo>
                    <a:lnTo>
                      <a:pt x="0" y="8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6204535" y="1126710"/>
                <a:ext cx="92205" cy="21747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72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725"/>
                    </a:lnTo>
                    <a:lnTo>
                      <a:pt x="0" y="1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5286542" y="1168692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4062797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991744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685624" y="1247992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2379503" y="1248118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2532563" y="1183569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3144804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3603617" y="1283040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4215858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4980422" y="1114481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4674301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5592294" y="1306111"/>
                <a:ext cx="92574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6051475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838684" y="1313676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2226811" y="1105404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2"/>
            <p:cNvGrpSpPr/>
            <p:nvPr/>
          </p:nvGrpSpPr>
          <p:grpSpPr>
            <a:xfrm>
              <a:off x="5301739" y="4150779"/>
              <a:ext cx="3132883" cy="453231"/>
              <a:chOff x="5301739" y="4150779"/>
              <a:chExt cx="3132883" cy="453231"/>
            </a:xfrm>
          </p:grpSpPr>
          <p:sp>
            <p:nvSpPr>
              <p:cNvPr id="191" name="Google Shape;191;p2"/>
              <p:cNvSpPr/>
              <p:nvPr/>
            </p:nvSpPr>
            <p:spPr>
              <a:xfrm>
                <a:off x="6517641" y="4414901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6974204" y="4266010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7582340" y="4150779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7886592" y="4339888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6365700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6822262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7430029" y="4326398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8190475" y="4482476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8342417" y="4428517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7126146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6061816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5757933" y="4507817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5453681" y="4507943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5605991" y="4443394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621375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6669952" y="4542865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727808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8038534" y="4374306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7734650" y="4565936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5909875" y="4573501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5301739" y="4365229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8431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83" name="Google Shape;283;p4"/>
          <p:cNvSpPr txBox="1">
            <a:spLocks noGrp="1"/>
          </p:cNvSpPr>
          <p:nvPr>
            <p:ph type="body" idx="1"/>
          </p:nvPr>
        </p:nvSpPr>
        <p:spPr>
          <a:xfrm>
            <a:off x="720000" y="1621001"/>
            <a:ext cx="7704000" cy="4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378" lvl="1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566" lvl="2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754" lvl="3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5943" lvl="4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132" lvl="5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320" lvl="6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509" lvl="7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697" lvl="8" indent="-31749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84" name="Google Shape;284;p4"/>
          <p:cNvGrpSpPr/>
          <p:nvPr/>
        </p:nvGrpSpPr>
        <p:grpSpPr>
          <a:xfrm>
            <a:off x="229137" y="162657"/>
            <a:ext cx="398326" cy="658264"/>
            <a:chOff x="5433840" y="2050560"/>
            <a:chExt cx="388800" cy="1409760"/>
          </a:xfrm>
        </p:grpSpPr>
        <p:sp>
          <p:nvSpPr>
            <p:cNvPr id="285" name="Google Shape;285;p4"/>
            <p:cNvSpPr/>
            <p:nvPr/>
          </p:nvSpPr>
          <p:spPr>
            <a:xfrm>
              <a:off x="5433840" y="2706120"/>
              <a:ext cx="90000" cy="754200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"/>
            <p:cNvSpPr/>
            <p:nvPr/>
          </p:nvSpPr>
          <p:spPr>
            <a:xfrm>
              <a:off x="5732640" y="2050560"/>
              <a:ext cx="90000" cy="347040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"/>
            <p:cNvSpPr/>
            <p:nvPr/>
          </p:nvSpPr>
          <p:spPr>
            <a:xfrm>
              <a:off x="5583240" y="2050560"/>
              <a:ext cx="90000" cy="655920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4"/>
          <p:cNvGrpSpPr/>
          <p:nvPr/>
        </p:nvGrpSpPr>
        <p:grpSpPr>
          <a:xfrm>
            <a:off x="8549592" y="6176207"/>
            <a:ext cx="398326" cy="562953"/>
            <a:chOff x="5882040" y="1693080"/>
            <a:chExt cx="388800" cy="1205640"/>
          </a:xfrm>
        </p:grpSpPr>
        <p:sp>
          <p:nvSpPr>
            <p:cNvPr id="289" name="Google Shape;289;p4"/>
            <p:cNvSpPr/>
            <p:nvPr/>
          </p:nvSpPr>
          <p:spPr>
            <a:xfrm>
              <a:off x="6031440" y="180180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5882040" y="2397600"/>
              <a:ext cx="90000" cy="501120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"/>
            <p:cNvSpPr/>
            <p:nvPr/>
          </p:nvSpPr>
          <p:spPr>
            <a:xfrm>
              <a:off x="6180480" y="169308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60866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94" name="Google Shape;294;p5"/>
          <p:cNvSpPr txBox="1">
            <a:spLocks noGrp="1"/>
          </p:cNvSpPr>
          <p:nvPr>
            <p:ph type="subTitle" idx="1"/>
          </p:nvPr>
        </p:nvSpPr>
        <p:spPr>
          <a:xfrm>
            <a:off x="5194834" y="4723767"/>
            <a:ext cx="3229200" cy="14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295" name="Google Shape;295;p5"/>
          <p:cNvSpPr txBox="1">
            <a:spLocks noGrp="1"/>
          </p:cNvSpPr>
          <p:nvPr>
            <p:ph type="subTitle" idx="2"/>
          </p:nvPr>
        </p:nvSpPr>
        <p:spPr>
          <a:xfrm>
            <a:off x="720300" y="4723767"/>
            <a:ext cx="3229200" cy="14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296" name="Google Shape;296;p5"/>
          <p:cNvSpPr txBox="1">
            <a:spLocks noGrp="1"/>
          </p:cNvSpPr>
          <p:nvPr>
            <p:ph type="subTitle" idx="3"/>
          </p:nvPr>
        </p:nvSpPr>
        <p:spPr>
          <a:xfrm>
            <a:off x="5194825" y="4163367"/>
            <a:ext cx="322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297" name="Google Shape;297;p5"/>
          <p:cNvSpPr txBox="1">
            <a:spLocks noGrp="1"/>
          </p:cNvSpPr>
          <p:nvPr>
            <p:ph type="subTitle" idx="4"/>
          </p:nvPr>
        </p:nvSpPr>
        <p:spPr>
          <a:xfrm>
            <a:off x="720000" y="4163367"/>
            <a:ext cx="3229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219965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grpSp>
        <p:nvGrpSpPr>
          <p:cNvPr id="300" name="Google Shape;300;p6"/>
          <p:cNvGrpSpPr/>
          <p:nvPr/>
        </p:nvGrpSpPr>
        <p:grpSpPr>
          <a:xfrm>
            <a:off x="167252" y="6000576"/>
            <a:ext cx="397957" cy="770216"/>
            <a:chOff x="6031440" y="1249200"/>
            <a:chExt cx="388440" cy="1649520"/>
          </a:xfrm>
        </p:grpSpPr>
        <p:sp>
          <p:nvSpPr>
            <p:cNvPr id="301" name="Google Shape;301;p6"/>
            <p:cNvSpPr/>
            <p:nvPr/>
          </p:nvSpPr>
          <p:spPr>
            <a:xfrm>
              <a:off x="6031440" y="180180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6329880" y="1249200"/>
              <a:ext cx="90000" cy="443880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6"/>
            <p:cNvSpPr/>
            <p:nvPr/>
          </p:nvSpPr>
          <p:spPr>
            <a:xfrm>
              <a:off x="6180480" y="169308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4" name="Google Shape;304;p6"/>
          <p:cNvGrpSpPr/>
          <p:nvPr/>
        </p:nvGrpSpPr>
        <p:grpSpPr>
          <a:xfrm>
            <a:off x="8488800" y="303399"/>
            <a:ext cx="398326" cy="289965"/>
            <a:chOff x="6628680" y="910440"/>
            <a:chExt cx="388800" cy="621000"/>
          </a:xfrm>
        </p:grpSpPr>
        <p:sp>
          <p:nvSpPr>
            <p:cNvPr id="305" name="Google Shape;305;p6"/>
            <p:cNvSpPr/>
            <p:nvPr/>
          </p:nvSpPr>
          <p:spPr>
            <a:xfrm>
              <a:off x="6927480" y="910440"/>
              <a:ext cx="90000" cy="253080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6"/>
            <p:cNvSpPr/>
            <p:nvPr/>
          </p:nvSpPr>
          <p:spPr>
            <a:xfrm>
              <a:off x="6778080" y="910440"/>
              <a:ext cx="90000" cy="621000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6"/>
            <p:cNvSpPr/>
            <p:nvPr/>
          </p:nvSpPr>
          <p:spPr>
            <a:xfrm>
              <a:off x="6628680" y="14227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80881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of text">
  <p:cSld name="One column of tex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160700" cy="13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10" name="Google Shape;310;p7"/>
          <p:cNvSpPr txBox="1">
            <a:spLocks noGrp="1"/>
          </p:cNvSpPr>
          <p:nvPr>
            <p:ph type="subTitle" idx="1"/>
          </p:nvPr>
        </p:nvSpPr>
        <p:spPr>
          <a:xfrm>
            <a:off x="720000" y="1876700"/>
            <a:ext cx="4160700" cy="42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➔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◆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○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◆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◆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311" name="Google Shape;311;p7"/>
          <p:cNvSpPr>
            <a:spLocks noGrp="1"/>
          </p:cNvSpPr>
          <p:nvPr>
            <p:ph type="pic" idx="2"/>
          </p:nvPr>
        </p:nvSpPr>
        <p:spPr>
          <a:xfrm>
            <a:off x="5791200" y="0"/>
            <a:ext cx="33528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12" name="Google Shape;312;p7"/>
          <p:cNvGrpSpPr/>
          <p:nvPr/>
        </p:nvGrpSpPr>
        <p:grpSpPr>
          <a:xfrm>
            <a:off x="171179" y="6259149"/>
            <a:ext cx="398326" cy="366953"/>
            <a:chOff x="4089960" y="2589480"/>
            <a:chExt cx="388800" cy="785880"/>
          </a:xfrm>
        </p:grpSpPr>
        <p:sp>
          <p:nvSpPr>
            <p:cNvPr id="313" name="Google Shape;313;p7"/>
            <p:cNvSpPr/>
            <p:nvPr/>
          </p:nvSpPr>
          <p:spPr>
            <a:xfrm>
              <a:off x="4089960" y="2835360"/>
              <a:ext cx="90360" cy="540000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4388760" y="2589480"/>
              <a:ext cx="90000" cy="420480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4239360" y="2835360"/>
              <a:ext cx="90360" cy="174600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7"/>
          <p:cNvGrpSpPr/>
          <p:nvPr/>
        </p:nvGrpSpPr>
        <p:grpSpPr>
          <a:xfrm>
            <a:off x="171179" y="142714"/>
            <a:ext cx="398326" cy="450665"/>
            <a:chOff x="4538160" y="2589480"/>
            <a:chExt cx="388800" cy="965160"/>
          </a:xfrm>
        </p:grpSpPr>
        <p:sp>
          <p:nvSpPr>
            <p:cNvPr id="317" name="Google Shape;317;p7"/>
            <p:cNvSpPr/>
            <p:nvPr/>
          </p:nvSpPr>
          <p:spPr>
            <a:xfrm>
              <a:off x="4538160" y="2589480"/>
              <a:ext cx="90000" cy="96516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4687560" y="3133800"/>
              <a:ext cx="90000" cy="420840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4836960" y="2959200"/>
              <a:ext cx="90000" cy="174600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02978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"/>
          <p:cNvSpPr txBox="1">
            <a:spLocks noGrp="1"/>
          </p:cNvSpPr>
          <p:nvPr>
            <p:ph type="title"/>
          </p:nvPr>
        </p:nvSpPr>
        <p:spPr>
          <a:xfrm>
            <a:off x="713250" y="2364600"/>
            <a:ext cx="77175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09482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 txBox="1">
            <a:spLocks noGrp="1"/>
          </p:cNvSpPr>
          <p:nvPr>
            <p:ph type="title"/>
          </p:nvPr>
        </p:nvSpPr>
        <p:spPr>
          <a:xfrm>
            <a:off x="2135550" y="2207317"/>
            <a:ext cx="4872900" cy="1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24" name="Google Shape;324;p9"/>
          <p:cNvSpPr txBox="1">
            <a:spLocks noGrp="1"/>
          </p:cNvSpPr>
          <p:nvPr>
            <p:ph type="subTitle" idx="1"/>
          </p:nvPr>
        </p:nvSpPr>
        <p:spPr>
          <a:xfrm>
            <a:off x="2135550" y="3755884"/>
            <a:ext cx="48729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26557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>
            <a:spLocks noGrp="1"/>
          </p:cNvSpPr>
          <p:nvPr>
            <p:ph type="pic" idx="2"/>
          </p:nvPr>
        </p:nvSpPr>
        <p:spPr>
          <a:xfrm>
            <a:off x="-25" y="-18300"/>
            <a:ext cx="9144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10"/>
          <p:cNvSpPr txBox="1">
            <a:spLocks noGrp="1"/>
          </p:cNvSpPr>
          <p:nvPr>
            <p:ph type="title"/>
          </p:nvPr>
        </p:nvSpPr>
        <p:spPr>
          <a:xfrm>
            <a:off x="720000" y="5009067"/>
            <a:ext cx="7704000" cy="1129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49422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10065"/>
            <a:ext cx="6576000" cy="22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Font typeface="Outfit ExtraBold"/>
              <a:buNone/>
              <a:defRPr sz="6000" b="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rPr dirty="0"/>
              <a:t>xx%</a:t>
            </a:r>
          </a:p>
        </p:txBody>
      </p:sp>
      <p:sp>
        <p:nvSpPr>
          <p:cNvPr id="330" name="Google Shape;330;p11"/>
          <p:cNvSpPr txBox="1">
            <a:spLocks noGrp="1"/>
          </p:cNvSpPr>
          <p:nvPr>
            <p:ph type="subTitle" idx="1"/>
          </p:nvPr>
        </p:nvSpPr>
        <p:spPr>
          <a:xfrm>
            <a:off x="1284000" y="3698799"/>
            <a:ext cx="65760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53134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0309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grpSp>
        <p:nvGrpSpPr>
          <p:cNvPr id="334" name="Google Shape;334;p13"/>
          <p:cNvGrpSpPr/>
          <p:nvPr/>
        </p:nvGrpSpPr>
        <p:grpSpPr>
          <a:xfrm rot="10800000">
            <a:off x="8690759" y="719333"/>
            <a:ext cx="453231" cy="5409732"/>
            <a:chOff x="-17" y="539499"/>
            <a:chExt cx="453231" cy="4057299"/>
          </a:xfrm>
        </p:grpSpPr>
        <p:sp>
          <p:nvSpPr>
            <p:cNvPr id="335" name="Google Shape;335;p13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13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3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3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3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3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3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3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3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3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3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3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3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3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3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3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3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3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3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3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3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3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3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13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3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537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67" name="Google Shape;367;p14"/>
          <p:cNvSpPr/>
          <p:nvPr/>
        </p:nvSpPr>
        <p:spPr>
          <a:xfrm>
            <a:off x="8563635" y="947388"/>
            <a:ext cx="63179" cy="55517"/>
          </a:xfrm>
          <a:custGeom>
            <a:avLst/>
            <a:gdLst/>
            <a:ahLst/>
            <a:cxnLst/>
            <a:rect l="l" t="t" r="r" b="b"/>
            <a:pathLst>
              <a:path w="250" h="482" extrusionOk="0">
                <a:moveTo>
                  <a:pt x="0" y="0"/>
                </a:moveTo>
                <a:lnTo>
                  <a:pt x="250" y="0"/>
                </a:lnTo>
                <a:lnTo>
                  <a:pt x="250" y="482"/>
                </a:lnTo>
                <a:lnTo>
                  <a:pt x="0" y="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8975952" y="916249"/>
            <a:ext cx="63431" cy="117829"/>
          </a:xfrm>
          <a:custGeom>
            <a:avLst/>
            <a:gdLst/>
            <a:ahLst/>
            <a:cxnLst/>
            <a:rect l="l" t="t" r="r" b="b"/>
            <a:pathLst>
              <a:path w="251" h="1023" extrusionOk="0">
                <a:moveTo>
                  <a:pt x="0" y="0"/>
                </a:moveTo>
                <a:lnTo>
                  <a:pt x="251" y="0"/>
                </a:lnTo>
                <a:lnTo>
                  <a:pt x="251" y="1023"/>
                </a:lnTo>
                <a:lnTo>
                  <a:pt x="0" y="10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8871328" y="934678"/>
            <a:ext cx="63179" cy="80972"/>
          </a:xfrm>
          <a:custGeom>
            <a:avLst/>
            <a:gdLst/>
            <a:ahLst/>
            <a:cxnLst/>
            <a:rect l="l" t="t" r="r" b="b"/>
            <a:pathLst>
              <a:path w="250" h="703" extrusionOk="0">
                <a:moveTo>
                  <a:pt x="0" y="0"/>
                </a:moveTo>
                <a:lnTo>
                  <a:pt x="250" y="0"/>
                </a:lnTo>
                <a:lnTo>
                  <a:pt x="250" y="703"/>
                </a:lnTo>
                <a:lnTo>
                  <a:pt x="0" y="7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9080829" y="926154"/>
            <a:ext cx="63179" cy="98019"/>
          </a:xfrm>
          <a:custGeom>
            <a:avLst/>
            <a:gdLst/>
            <a:ahLst/>
            <a:cxnLst/>
            <a:rect l="l" t="t" r="r" b="b"/>
            <a:pathLst>
              <a:path w="250" h="851" extrusionOk="0">
                <a:moveTo>
                  <a:pt x="0" y="0"/>
                </a:moveTo>
                <a:lnTo>
                  <a:pt x="250" y="0"/>
                </a:lnTo>
                <a:lnTo>
                  <a:pt x="250" y="851"/>
                </a:lnTo>
                <a:lnTo>
                  <a:pt x="0" y="85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8766451" y="875821"/>
            <a:ext cx="63179" cy="198685"/>
          </a:xfrm>
          <a:custGeom>
            <a:avLst/>
            <a:gdLst/>
            <a:ahLst/>
            <a:cxnLst/>
            <a:rect l="l" t="t" r="r" b="b"/>
            <a:pathLst>
              <a:path w="250" h="1725" extrusionOk="0">
                <a:moveTo>
                  <a:pt x="0" y="0"/>
                </a:moveTo>
                <a:lnTo>
                  <a:pt x="250" y="0"/>
                </a:lnTo>
                <a:lnTo>
                  <a:pt x="250" y="1725"/>
                </a:lnTo>
                <a:lnTo>
                  <a:pt x="0" y="17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24122" y="907902"/>
            <a:ext cx="63179" cy="134531"/>
          </a:xfrm>
          <a:custGeom>
            <a:avLst/>
            <a:gdLst/>
            <a:ahLst/>
            <a:cxnLst/>
            <a:rect l="l" t="t" r="r" b="b"/>
            <a:pathLst>
              <a:path w="250" h="1168" extrusionOk="0">
                <a:moveTo>
                  <a:pt x="0" y="0"/>
                </a:moveTo>
                <a:lnTo>
                  <a:pt x="250" y="0"/>
                </a:lnTo>
                <a:lnTo>
                  <a:pt x="250" y="1168"/>
                </a:lnTo>
                <a:lnTo>
                  <a:pt x="0" y="1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14367" y="931226"/>
            <a:ext cx="63179" cy="87883"/>
          </a:xfrm>
          <a:custGeom>
            <a:avLst/>
            <a:gdLst/>
            <a:ahLst/>
            <a:cxnLst/>
            <a:rect l="l" t="t" r="r" b="b"/>
            <a:pathLst>
              <a:path w="250" h="763" extrusionOk="0">
                <a:moveTo>
                  <a:pt x="0" y="0"/>
                </a:moveTo>
                <a:lnTo>
                  <a:pt x="250" y="0"/>
                </a:lnTo>
                <a:lnTo>
                  <a:pt x="250" y="763"/>
                </a:lnTo>
                <a:lnTo>
                  <a:pt x="0" y="7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04614" y="931284"/>
            <a:ext cx="63431" cy="87767"/>
          </a:xfrm>
          <a:custGeom>
            <a:avLst/>
            <a:gdLst/>
            <a:ahLst/>
            <a:cxnLst/>
            <a:rect l="l" t="t" r="r" b="b"/>
            <a:pathLst>
              <a:path w="251" h="762" extrusionOk="0">
                <a:moveTo>
                  <a:pt x="0" y="0"/>
                </a:moveTo>
                <a:lnTo>
                  <a:pt x="251" y="0"/>
                </a:lnTo>
                <a:lnTo>
                  <a:pt x="251" y="762"/>
                </a:lnTo>
                <a:lnTo>
                  <a:pt x="0" y="7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209491" y="901798"/>
            <a:ext cx="63179" cy="146739"/>
          </a:xfrm>
          <a:custGeom>
            <a:avLst/>
            <a:gdLst/>
            <a:ahLst/>
            <a:cxnLst/>
            <a:rect l="l" t="t" r="r" b="b"/>
            <a:pathLst>
              <a:path w="250" h="1274" extrusionOk="0">
                <a:moveTo>
                  <a:pt x="0" y="0"/>
                </a:moveTo>
                <a:lnTo>
                  <a:pt x="250" y="0"/>
                </a:lnTo>
                <a:lnTo>
                  <a:pt x="250" y="1274"/>
                </a:lnTo>
                <a:lnTo>
                  <a:pt x="0" y="127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8661574" y="957771"/>
            <a:ext cx="63179" cy="34784"/>
          </a:xfrm>
          <a:custGeom>
            <a:avLst/>
            <a:gdLst/>
            <a:ahLst/>
            <a:cxnLst/>
            <a:rect l="l" t="t" r="r" b="b"/>
            <a:pathLst>
              <a:path w="250" h="302" extrusionOk="0">
                <a:moveTo>
                  <a:pt x="0" y="0"/>
                </a:moveTo>
                <a:lnTo>
                  <a:pt x="250" y="0"/>
                </a:lnTo>
                <a:lnTo>
                  <a:pt x="250" y="302"/>
                </a:lnTo>
                <a:lnTo>
                  <a:pt x="0" y="30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19245" y="961231"/>
            <a:ext cx="63179" cy="27873"/>
          </a:xfrm>
          <a:custGeom>
            <a:avLst/>
            <a:gdLst/>
            <a:ahLst/>
            <a:cxnLst/>
            <a:rect l="l" t="t" r="r" b="b"/>
            <a:pathLst>
              <a:path w="250" h="242" extrusionOk="0">
                <a:moveTo>
                  <a:pt x="0" y="0"/>
                </a:moveTo>
                <a:lnTo>
                  <a:pt x="250" y="0"/>
                </a:lnTo>
                <a:lnTo>
                  <a:pt x="250" y="242"/>
                </a:lnTo>
                <a:lnTo>
                  <a:pt x="0" y="24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2100" rIns="90000" bIns="421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-10" y="866092"/>
            <a:ext cx="63179" cy="218151"/>
          </a:xfrm>
          <a:custGeom>
            <a:avLst/>
            <a:gdLst/>
            <a:ahLst/>
            <a:cxnLst/>
            <a:rect l="l" t="t" r="r" b="b"/>
            <a:pathLst>
              <a:path w="250" h="1894" extrusionOk="0">
                <a:moveTo>
                  <a:pt x="0" y="0"/>
                </a:moveTo>
                <a:lnTo>
                  <a:pt x="250" y="0"/>
                </a:lnTo>
                <a:lnTo>
                  <a:pt x="250" y="1894"/>
                </a:lnTo>
                <a:lnTo>
                  <a:pt x="0" y="18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37389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grpSp>
        <p:nvGrpSpPr>
          <p:cNvPr id="381" name="Google Shape;381;p15"/>
          <p:cNvGrpSpPr/>
          <p:nvPr/>
        </p:nvGrpSpPr>
        <p:grpSpPr>
          <a:xfrm>
            <a:off x="2298156" y="6201824"/>
            <a:ext cx="4547874" cy="655719"/>
            <a:chOff x="122000" y="4884626"/>
            <a:chExt cx="8899950" cy="258877"/>
          </a:xfrm>
        </p:grpSpPr>
        <p:sp>
          <p:nvSpPr>
            <p:cNvPr id="382" name="Google Shape;382;p15"/>
            <p:cNvSpPr/>
            <p:nvPr/>
          </p:nvSpPr>
          <p:spPr>
            <a:xfrm>
              <a:off x="12200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420441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719241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1018042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1316483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1615283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22125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2809766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3108567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3407008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3705808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4004609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4303050" y="4917447"/>
              <a:ext cx="239400" cy="22605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1914084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2510966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5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5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5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5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5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5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5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5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5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2" name="Google Shape;412;p15"/>
          <p:cNvGrpSpPr/>
          <p:nvPr/>
        </p:nvGrpSpPr>
        <p:grpSpPr>
          <a:xfrm>
            <a:off x="2297975" y="6465255"/>
            <a:ext cx="4547874" cy="392733"/>
            <a:chOff x="122000" y="4884626"/>
            <a:chExt cx="8899950" cy="258877"/>
          </a:xfrm>
        </p:grpSpPr>
        <p:sp>
          <p:nvSpPr>
            <p:cNvPr id="413" name="Google Shape;413;p15"/>
            <p:cNvSpPr/>
            <p:nvPr/>
          </p:nvSpPr>
          <p:spPr>
            <a:xfrm>
              <a:off x="12200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420441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719241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018042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1316483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1615283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22125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2809766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3108567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3407008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3705808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4004609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4303050" y="4917447"/>
              <a:ext cx="239400" cy="22605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1914084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2510966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5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5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5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5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5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9926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45" name="Google Shape;445;p16"/>
          <p:cNvSpPr txBox="1">
            <a:spLocks noGrp="1"/>
          </p:cNvSpPr>
          <p:nvPr>
            <p:ph type="subTitle" idx="1"/>
          </p:nvPr>
        </p:nvSpPr>
        <p:spPr>
          <a:xfrm>
            <a:off x="1497964" y="2436144"/>
            <a:ext cx="30555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46" name="Google Shape;446;p16"/>
          <p:cNvSpPr txBox="1">
            <a:spLocks noGrp="1"/>
          </p:cNvSpPr>
          <p:nvPr>
            <p:ph type="subTitle" idx="2"/>
          </p:nvPr>
        </p:nvSpPr>
        <p:spPr>
          <a:xfrm>
            <a:off x="1497964" y="4537671"/>
            <a:ext cx="30555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47" name="Google Shape;447;p16"/>
          <p:cNvSpPr txBox="1">
            <a:spLocks noGrp="1"/>
          </p:cNvSpPr>
          <p:nvPr>
            <p:ph type="subTitle" idx="3"/>
          </p:nvPr>
        </p:nvSpPr>
        <p:spPr>
          <a:xfrm>
            <a:off x="5350614" y="2436147"/>
            <a:ext cx="30555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48" name="Google Shape;448;p16"/>
          <p:cNvSpPr txBox="1">
            <a:spLocks noGrp="1"/>
          </p:cNvSpPr>
          <p:nvPr>
            <p:ph type="subTitle" idx="4"/>
          </p:nvPr>
        </p:nvSpPr>
        <p:spPr>
          <a:xfrm>
            <a:off x="5350614" y="4537667"/>
            <a:ext cx="30555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49" name="Google Shape;449;p16"/>
          <p:cNvSpPr txBox="1">
            <a:spLocks noGrp="1"/>
          </p:cNvSpPr>
          <p:nvPr>
            <p:ph type="title" idx="5" hasCustomPrompt="1"/>
          </p:nvPr>
        </p:nvSpPr>
        <p:spPr>
          <a:xfrm>
            <a:off x="737886" y="2117100"/>
            <a:ext cx="724800" cy="944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1600" b="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450" name="Google Shape;450;p16"/>
          <p:cNvSpPr txBox="1">
            <a:spLocks noGrp="1"/>
          </p:cNvSpPr>
          <p:nvPr>
            <p:ph type="title" idx="6" hasCustomPrompt="1"/>
          </p:nvPr>
        </p:nvSpPr>
        <p:spPr>
          <a:xfrm>
            <a:off x="4590537" y="2117100"/>
            <a:ext cx="724800" cy="944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1600" b="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451" name="Google Shape;451;p16"/>
          <p:cNvSpPr txBox="1">
            <a:spLocks noGrp="1"/>
          </p:cNvSpPr>
          <p:nvPr>
            <p:ph type="title" idx="7" hasCustomPrompt="1"/>
          </p:nvPr>
        </p:nvSpPr>
        <p:spPr>
          <a:xfrm>
            <a:off x="737886" y="4223100"/>
            <a:ext cx="724800" cy="944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1600" b="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452" name="Google Shape;452;p16"/>
          <p:cNvSpPr txBox="1">
            <a:spLocks noGrp="1"/>
          </p:cNvSpPr>
          <p:nvPr>
            <p:ph type="title" idx="8" hasCustomPrompt="1"/>
          </p:nvPr>
        </p:nvSpPr>
        <p:spPr>
          <a:xfrm>
            <a:off x="4590536" y="4223100"/>
            <a:ext cx="724800" cy="944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1600" b="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utfit ExtraBold"/>
              <a:buNone/>
              <a:defRPr sz="3000" b="0"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453" name="Google Shape;453;p16"/>
          <p:cNvSpPr txBox="1">
            <a:spLocks noGrp="1"/>
          </p:cNvSpPr>
          <p:nvPr>
            <p:ph type="subTitle" idx="9"/>
          </p:nvPr>
        </p:nvSpPr>
        <p:spPr>
          <a:xfrm>
            <a:off x="1497964" y="2015500"/>
            <a:ext cx="30555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54" name="Google Shape;454;p16"/>
          <p:cNvSpPr txBox="1">
            <a:spLocks noGrp="1"/>
          </p:cNvSpPr>
          <p:nvPr>
            <p:ph type="subTitle" idx="13"/>
          </p:nvPr>
        </p:nvSpPr>
        <p:spPr>
          <a:xfrm>
            <a:off x="1497964" y="4121492"/>
            <a:ext cx="30555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55" name="Google Shape;455;p16"/>
          <p:cNvSpPr txBox="1">
            <a:spLocks noGrp="1"/>
          </p:cNvSpPr>
          <p:nvPr>
            <p:ph type="subTitle" idx="14"/>
          </p:nvPr>
        </p:nvSpPr>
        <p:spPr>
          <a:xfrm>
            <a:off x="5350614" y="2015500"/>
            <a:ext cx="30555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56" name="Google Shape;456;p16"/>
          <p:cNvSpPr txBox="1">
            <a:spLocks noGrp="1"/>
          </p:cNvSpPr>
          <p:nvPr>
            <p:ph type="subTitle" idx="15"/>
          </p:nvPr>
        </p:nvSpPr>
        <p:spPr>
          <a:xfrm>
            <a:off x="5350614" y="4121497"/>
            <a:ext cx="30555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grpSp>
        <p:nvGrpSpPr>
          <p:cNvPr id="457" name="Google Shape;457;p16"/>
          <p:cNvGrpSpPr/>
          <p:nvPr/>
        </p:nvGrpSpPr>
        <p:grpSpPr>
          <a:xfrm>
            <a:off x="162682" y="6211470"/>
            <a:ext cx="847201" cy="512188"/>
            <a:chOff x="162681" y="4658602"/>
            <a:chExt cx="847201" cy="384141"/>
          </a:xfrm>
        </p:grpSpPr>
        <p:grpSp>
          <p:nvGrpSpPr>
            <p:cNvPr id="458" name="Google Shape;458;p16"/>
            <p:cNvGrpSpPr/>
            <p:nvPr/>
          </p:nvGrpSpPr>
          <p:grpSpPr>
            <a:xfrm>
              <a:off x="611557" y="4658602"/>
              <a:ext cx="398326" cy="384141"/>
              <a:chOff x="5732640" y="1801800"/>
              <a:chExt cx="388800" cy="1096920"/>
            </a:xfrm>
          </p:grpSpPr>
          <p:sp>
            <p:nvSpPr>
              <p:cNvPr id="459" name="Google Shape;459;p16"/>
              <p:cNvSpPr/>
              <p:nvPr/>
            </p:nvSpPr>
            <p:spPr>
              <a:xfrm>
                <a:off x="6031440" y="1801800"/>
                <a:ext cx="90000" cy="109692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47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6"/>
              <p:cNvSpPr/>
              <p:nvPr/>
            </p:nvSpPr>
            <p:spPr>
              <a:xfrm>
                <a:off x="5732640" y="2050560"/>
                <a:ext cx="90000" cy="34704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6"/>
              <p:cNvSpPr/>
              <p:nvPr/>
            </p:nvSpPr>
            <p:spPr>
              <a:xfrm>
                <a:off x="5882040" y="2397600"/>
                <a:ext cx="90000" cy="50112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2" name="Google Shape;462;p16"/>
            <p:cNvGrpSpPr/>
            <p:nvPr/>
          </p:nvGrpSpPr>
          <p:grpSpPr>
            <a:xfrm>
              <a:off x="162681" y="4658610"/>
              <a:ext cx="398326" cy="275215"/>
              <a:chOff x="4089960" y="2589480"/>
              <a:chExt cx="388800" cy="785880"/>
            </a:xfrm>
          </p:grpSpPr>
          <p:sp>
            <p:nvSpPr>
              <p:cNvPr id="463" name="Google Shape;463;p16"/>
              <p:cNvSpPr/>
              <p:nvPr/>
            </p:nvSpPr>
            <p:spPr>
              <a:xfrm>
                <a:off x="4089960" y="2835360"/>
                <a:ext cx="90360" cy="54000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6"/>
              <p:cNvSpPr/>
              <p:nvPr/>
            </p:nvSpPr>
            <p:spPr>
              <a:xfrm>
                <a:off x="4388760" y="2589480"/>
                <a:ext cx="90000" cy="4204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16"/>
              <p:cNvSpPr/>
              <p:nvPr/>
            </p:nvSpPr>
            <p:spPr>
              <a:xfrm>
                <a:off x="4239360" y="2835360"/>
                <a:ext cx="90360" cy="17460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66" name="Google Shape;466;p16"/>
          <p:cNvGrpSpPr/>
          <p:nvPr/>
        </p:nvGrpSpPr>
        <p:grpSpPr>
          <a:xfrm>
            <a:off x="8102234" y="115035"/>
            <a:ext cx="846137" cy="604305"/>
            <a:chOff x="8102233" y="86275"/>
            <a:chExt cx="846137" cy="453229"/>
          </a:xfrm>
        </p:grpSpPr>
        <p:grpSp>
          <p:nvGrpSpPr>
            <p:cNvPr id="467" name="Google Shape;467;p16"/>
            <p:cNvGrpSpPr/>
            <p:nvPr/>
          </p:nvGrpSpPr>
          <p:grpSpPr>
            <a:xfrm>
              <a:off x="8102233" y="86275"/>
              <a:ext cx="397957" cy="453229"/>
              <a:chOff x="4836960" y="2166120"/>
              <a:chExt cx="388440" cy="1294200"/>
            </a:xfrm>
          </p:grpSpPr>
          <p:sp>
            <p:nvSpPr>
              <p:cNvPr id="468" name="Google Shape;468;p16"/>
              <p:cNvSpPr/>
              <p:nvPr/>
            </p:nvSpPr>
            <p:spPr>
              <a:xfrm>
                <a:off x="5135040" y="2166120"/>
                <a:ext cx="90360" cy="129420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6"/>
              <p:cNvSpPr/>
              <p:nvPr/>
            </p:nvSpPr>
            <p:spPr>
              <a:xfrm>
                <a:off x="4986000" y="2166120"/>
                <a:ext cx="90360" cy="79272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16"/>
              <p:cNvSpPr/>
              <p:nvPr/>
            </p:nvSpPr>
            <p:spPr>
              <a:xfrm>
                <a:off x="4836960" y="2959200"/>
                <a:ext cx="90000" cy="1746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1" name="Google Shape;471;p16"/>
            <p:cNvGrpSpPr/>
            <p:nvPr/>
          </p:nvGrpSpPr>
          <p:grpSpPr>
            <a:xfrm>
              <a:off x="8550044" y="216119"/>
              <a:ext cx="398326" cy="193521"/>
              <a:chOff x="6180480" y="1249200"/>
              <a:chExt cx="388800" cy="552600"/>
            </a:xfrm>
          </p:grpSpPr>
          <p:sp>
            <p:nvSpPr>
              <p:cNvPr id="472" name="Google Shape;472;p16"/>
              <p:cNvSpPr/>
              <p:nvPr/>
            </p:nvSpPr>
            <p:spPr>
              <a:xfrm>
                <a:off x="6479280" y="1249200"/>
                <a:ext cx="90000" cy="17352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16"/>
              <p:cNvSpPr/>
              <p:nvPr/>
            </p:nvSpPr>
            <p:spPr>
              <a:xfrm>
                <a:off x="6329880" y="1249200"/>
                <a:ext cx="90000" cy="443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3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16"/>
              <p:cNvSpPr/>
              <p:nvPr/>
            </p:nvSpPr>
            <p:spPr>
              <a:xfrm>
                <a:off x="6180480" y="1693080"/>
                <a:ext cx="90360" cy="108720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200002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77" name="Google Shape;477;p17"/>
          <p:cNvSpPr txBox="1">
            <a:spLocks noGrp="1"/>
          </p:cNvSpPr>
          <p:nvPr>
            <p:ph type="subTitle" idx="1"/>
          </p:nvPr>
        </p:nvSpPr>
        <p:spPr>
          <a:xfrm>
            <a:off x="5018337" y="3186967"/>
            <a:ext cx="3356400" cy="18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78" name="Google Shape;478;p17"/>
          <p:cNvSpPr txBox="1">
            <a:spLocks noGrp="1"/>
          </p:cNvSpPr>
          <p:nvPr>
            <p:ph type="subTitle" idx="2"/>
          </p:nvPr>
        </p:nvSpPr>
        <p:spPr>
          <a:xfrm>
            <a:off x="769262" y="3186967"/>
            <a:ext cx="3356400" cy="18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79" name="Google Shape;479;p17"/>
          <p:cNvSpPr txBox="1">
            <a:spLocks noGrp="1"/>
          </p:cNvSpPr>
          <p:nvPr>
            <p:ph type="subTitle" idx="3"/>
          </p:nvPr>
        </p:nvSpPr>
        <p:spPr>
          <a:xfrm>
            <a:off x="769262" y="2525167"/>
            <a:ext cx="3356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480" name="Google Shape;480;p17"/>
          <p:cNvSpPr txBox="1">
            <a:spLocks noGrp="1"/>
          </p:cNvSpPr>
          <p:nvPr>
            <p:ph type="subTitle" idx="4"/>
          </p:nvPr>
        </p:nvSpPr>
        <p:spPr>
          <a:xfrm>
            <a:off x="5018338" y="2525167"/>
            <a:ext cx="3356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grpSp>
        <p:nvGrpSpPr>
          <p:cNvPr id="481" name="Google Shape;481;p17"/>
          <p:cNvGrpSpPr/>
          <p:nvPr/>
        </p:nvGrpSpPr>
        <p:grpSpPr>
          <a:xfrm>
            <a:off x="7980796" y="-29"/>
            <a:ext cx="1163258" cy="756785"/>
            <a:chOff x="6180480" y="488520"/>
            <a:chExt cx="1135440" cy="1204560"/>
          </a:xfrm>
        </p:grpSpPr>
        <p:sp>
          <p:nvSpPr>
            <p:cNvPr id="482" name="Google Shape;482;p17"/>
            <p:cNvSpPr/>
            <p:nvPr/>
          </p:nvSpPr>
          <p:spPr>
            <a:xfrm>
              <a:off x="6479280" y="1249200"/>
              <a:ext cx="90000" cy="173520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6329880" y="1249200"/>
              <a:ext cx="90000" cy="443880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7076520" y="794880"/>
              <a:ext cx="90360" cy="368280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7"/>
            <p:cNvSpPr/>
            <p:nvPr/>
          </p:nvSpPr>
          <p:spPr>
            <a:xfrm>
              <a:off x="6927480" y="910440"/>
              <a:ext cx="90000" cy="253080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7"/>
            <p:cNvSpPr/>
            <p:nvPr/>
          </p:nvSpPr>
          <p:spPr>
            <a:xfrm>
              <a:off x="7225920" y="488520"/>
              <a:ext cx="90000" cy="306360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7"/>
            <p:cNvSpPr/>
            <p:nvPr/>
          </p:nvSpPr>
          <p:spPr>
            <a:xfrm>
              <a:off x="6778080" y="910440"/>
              <a:ext cx="90000" cy="621000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7"/>
            <p:cNvSpPr/>
            <p:nvPr/>
          </p:nvSpPr>
          <p:spPr>
            <a:xfrm>
              <a:off x="6180480" y="136965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7"/>
            <p:cNvSpPr/>
            <p:nvPr/>
          </p:nvSpPr>
          <p:spPr>
            <a:xfrm>
              <a:off x="6628680" y="14227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" name="Google Shape;490;p17"/>
          <p:cNvGrpSpPr/>
          <p:nvPr/>
        </p:nvGrpSpPr>
        <p:grpSpPr>
          <a:xfrm>
            <a:off x="54322" y="6146755"/>
            <a:ext cx="1469010" cy="723583"/>
            <a:chOff x="4687560" y="2019390"/>
            <a:chExt cx="1433880" cy="1549650"/>
          </a:xfrm>
        </p:grpSpPr>
        <p:sp>
          <p:nvSpPr>
            <p:cNvPr id="491" name="Google Shape;491;p17"/>
            <p:cNvSpPr/>
            <p:nvPr/>
          </p:nvSpPr>
          <p:spPr>
            <a:xfrm>
              <a:off x="5135040" y="2166120"/>
              <a:ext cx="90360" cy="1294200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6031440" y="201939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5433840" y="2706120"/>
              <a:ext cx="90000" cy="754200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4986000" y="2166120"/>
              <a:ext cx="90360" cy="792720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7"/>
            <p:cNvSpPr/>
            <p:nvPr/>
          </p:nvSpPr>
          <p:spPr>
            <a:xfrm>
              <a:off x="5732640" y="2050560"/>
              <a:ext cx="90000" cy="347040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7"/>
            <p:cNvSpPr/>
            <p:nvPr/>
          </p:nvSpPr>
          <p:spPr>
            <a:xfrm>
              <a:off x="5882040" y="2397600"/>
              <a:ext cx="90000" cy="501120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7"/>
            <p:cNvSpPr/>
            <p:nvPr/>
          </p:nvSpPr>
          <p:spPr>
            <a:xfrm>
              <a:off x="4687560" y="3133800"/>
              <a:ext cx="90000" cy="420840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4836960" y="2959200"/>
              <a:ext cx="90000" cy="174600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5583240" y="2050560"/>
              <a:ext cx="90000" cy="655920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7"/>
            <p:cNvSpPr/>
            <p:nvPr/>
          </p:nvSpPr>
          <p:spPr>
            <a:xfrm>
              <a:off x="5284440" y="34603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384604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03" name="Google Shape;503;p18"/>
          <p:cNvSpPr txBox="1">
            <a:spLocks noGrp="1"/>
          </p:cNvSpPr>
          <p:nvPr>
            <p:ph type="subTitle" idx="1"/>
          </p:nvPr>
        </p:nvSpPr>
        <p:spPr>
          <a:xfrm>
            <a:off x="4728100" y="1813700"/>
            <a:ext cx="3699300" cy="39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504" name="Google Shape;504;p18"/>
          <p:cNvSpPr txBox="1">
            <a:spLocks noGrp="1"/>
          </p:cNvSpPr>
          <p:nvPr>
            <p:ph type="subTitle" idx="2"/>
          </p:nvPr>
        </p:nvSpPr>
        <p:spPr>
          <a:xfrm>
            <a:off x="716625" y="1813700"/>
            <a:ext cx="3699300" cy="39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grpSp>
        <p:nvGrpSpPr>
          <p:cNvPr id="505" name="Google Shape;505;p18"/>
          <p:cNvGrpSpPr/>
          <p:nvPr/>
        </p:nvGrpSpPr>
        <p:grpSpPr>
          <a:xfrm>
            <a:off x="122000" y="6556596"/>
            <a:ext cx="4420450" cy="301408"/>
            <a:chOff x="122000" y="4917447"/>
            <a:chExt cx="4420450" cy="226056"/>
          </a:xfrm>
        </p:grpSpPr>
        <p:sp>
          <p:nvSpPr>
            <p:cNvPr id="506" name="Google Shape;506;p18"/>
            <p:cNvSpPr/>
            <p:nvPr/>
          </p:nvSpPr>
          <p:spPr>
            <a:xfrm>
              <a:off x="12200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420441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719241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1018042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1316483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1615283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22125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2809766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3108567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3407008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3705808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4004609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4303050" y="4917447"/>
              <a:ext cx="239400" cy="22605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1914084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2510966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18"/>
          <p:cNvGrpSpPr/>
          <p:nvPr/>
        </p:nvGrpSpPr>
        <p:grpSpPr>
          <a:xfrm>
            <a:off x="4601501" y="6512837"/>
            <a:ext cx="4420450" cy="345169"/>
            <a:chOff x="4601500" y="4884626"/>
            <a:chExt cx="4420450" cy="258877"/>
          </a:xfrm>
        </p:grpSpPr>
        <p:sp>
          <p:nvSpPr>
            <p:cNvPr id="522" name="Google Shape;522;p18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8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8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8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8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8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8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8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18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8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8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7" name="Google Shape;537;p18"/>
          <p:cNvGrpSpPr/>
          <p:nvPr/>
        </p:nvGrpSpPr>
        <p:grpSpPr>
          <a:xfrm>
            <a:off x="122025" y="6715101"/>
            <a:ext cx="4420450" cy="142897"/>
            <a:chOff x="122000" y="4917447"/>
            <a:chExt cx="4420450" cy="226056"/>
          </a:xfrm>
        </p:grpSpPr>
        <p:sp>
          <p:nvSpPr>
            <p:cNvPr id="538" name="Google Shape;538;p18"/>
            <p:cNvSpPr/>
            <p:nvPr/>
          </p:nvSpPr>
          <p:spPr>
            <a:xfrm>
              <a:off x="12200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420441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719241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1018042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1316483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1615283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22125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2809766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3108567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3407008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3705808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4004609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4303050" y="4917447"/>
              <a:ext cx="239400" cy="22605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1914084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2510966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3" name="Google Shape;553;p18"/>
          <p:cNvGrpSpPr/>
          <p:nvPr/>
        </p:nvGrpSpPr>
        <p:grpSpPr>
          <a:xfrm>
            <a:off x="4601526" y="6694352"/>
            <a:ext cx="4420450" cy="163645"/>
            <a:chOff x="4601500" y="4884626"/>
            <a:chExt cx="4420450" cy="258877"/>
          </a:xfrm>
        </p:grpSpPr>
        <p:sp>
          <p:nvSpPr>
            <p:cNvPr id="554" name="Google Shape;554;p18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8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8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8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8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8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8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8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8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8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8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8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8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8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8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809689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9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71" name="Google Shape;571;p19"/>
          <p:cNvSpPr txBox="1">
            <a:spLocks noGrp="1"/>
          </p:cNvSpPr>
          <p:nvPr>
            <p:ph type="subTitle" idx="1"/>
          </p:nvPr>
        </p:nvSpPr>
        <p:spPr>
          <a:xfrm>
            <a:off x="720049" y="2544167"/>
            <a:ext cx="2379000" cy="2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572" name="Google Shape;572;p19"/>
          <p:cNvSpPr txBox="1">
            <a:spLocks noGrp="1"/>
          </p:cNvSpPr>
          <p:nvPr>
            <p:ph type="subTitle" idx="2"/>
          </p:nvPr>
        </p:nvSpPr>
        <p:spPr>
          <a:xfrm>
            <a:off x="3382483" y="2544167"/>
            <a:ext cx="2379000" cy="2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573" name="Google Shape;573;p19"/>
          <p:cNvSpPr txBox="1">
            <a:spLocks noGrp="1"/>
          </p:cNvSpPr>
          <p:nvPr>
            <p:ph type="subTitle" idx="3"/>
          </p:nvPr>
        </p:nvSpPr>
        <p:spPr>
          <a:xfrm>
            <a:off x="6044949" y="2544167"/>
            <a:ext cx="2379000" cy="2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574" name="Google Shape;574;p19"/>
          <p:cNvSpPr txBox="1">
            <a:spLocks noGrp="1"/>
          </p:cNvSpPr>
          <p:nvPr>
            <p:ph type="subTitle" idx="4"/>
          </p:nvPr>
        </p:nvSpPr>
        <p:spPr>
          <a:xfrm>
            <a:off x="720049" y="1882133"/>
            <a:ext cx="2379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575" name="Google Shape;575;p19"/>
          <p:cNvSpPr txBox="1">
            <a:spLocks noGrp="1"/>
          </p:cNvSpPr>
          <p:nvPr>
            <p:ph type="subTitle" idx="5"/>
          </p:nvPr>
        </p:nvSpPr>
        <p:spPr>
          <a:xfrm>
            <a:off x="3382488" y="1882133"/>
            <a:ext cx="2379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576" name="Google Shape;576;p19"/>
          <p:cNvSpPr txBox="1">
            <a:spLocks noGrp="1"/>
          </p:cNvSpPr>
          <p:nvPr>
            <p:ph type="subTitle" idx="6"/>
          </p:nvPr>
        </p:nvSpPr>
        <p:spPr>
          <a:xfrm>
            <a:off x="6044951" y="1882133"/>
            <a:ext cx="2379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grpSp>
        <p:nvGrpSpPr>
          <p:cNvPr id="577" name="Google Shape;577;p19"/>
          <p:cNvGrpSpPr/>
          <p:nvPr/>
        </p:nvGrpSpPr>
        <p:grpSpPr>
          <a:xfrm>
            <a:off x="7904646" y="6138663"/>
            <a:ext cx="1163258" cy="631951"/>
            <a:chOff x="6180480" y="488520"/>
            <a:chExt cx="1135440" cy="1313280"/>
          </a:xfrm>
        </p:grpSpPr>
        <p:sp>
          <p:nvSpPr>
            <p:cNvPr id="578" name="Google Shape;578;p19"/>
            <p:cNvSpPr/>
            <p:nvPr/>
          </p:nvSpPr>
          <p:spPr>
            <a:xfrm>
              <a:off x="6479280" y="1249200"/>
              <a:ext cx="90000" cy="173520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9"/>
            <p:cNvSpPr/>
            <p:nvPr/>
          </p:nvSpPr>
          <p:spPr>
            <a:xfrm>
              <a:off x="6329880" y="1249200"/>
              <a:ext cx="90000" cy="443880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9"/>
            <p:cNvSpPr/>
            <p:nvPr/>
          </p:nvSpPr>
          <p:spPr>
            <a:xfrm>
              <a:off x="7076520" y="794880"/>
              <a:ext cx="90360" cy="368280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9"/>
            <p:cNvSpPr/>
            <p:nvPr/>
          </p:nvSpPr>
          <p:spPr>
            <a:xfrm>
              <a:off x="6927480" y="910440"/>
              <a:ext cx="90000" cy="253080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9"/>
            <p:cNvSpPr/>
            <p:nvPr/>
          </p:nvSpPr>
          <p:spPr>
            <a:xfrm>
              <a:off x="7225920" y="488520"/>
              <a:ext cx="90000" cy="306360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6778080" y="910440"/>
              <a:ext cx="90000" cy="621000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6180480" y="169308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6628680" y="14227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6" name="Google Shape;586;p19"/>
          <p:cNvGrpSpPr/>
          <p:nvPr/>
        </p:nvGrpSpPr>
        <p:grpSpPr>
          <a:xfrm>
            <a:off x="76201" y="6138677"/>
            <a:ext cx="1469010" cy="631965"/>
            <a:chOff x="4687560" y="1801800"/>
            <a:chExt cx="1433880" cy="1767240"/>
          </a:xfrm>
        </p:grpSpPr>
        <p:sp>
          <p:nvSpPr>
            <p:cNvPr id="587" name="Google Shape;587;p19"/>
            <p:cNvSpPr/>
            <p:nvPr/>
          </p:nvSpPr>
          <p:spPr>
            <a:xfrm>
              <a:off x="5135040" y="2166120"/>
              <a:ext cx="90360" cy="1294200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9"/>
            <p:cNvSpPr/>
            <p:nvPr/>
          </p:nvSpPr>
          <p:spPr>
            <a:xfrm>
              <a:off x="6031440" y="180180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9"/>
            <p:cNvSpPr/>
            <p:nvPr/>
          </p:nvSpPr>
          <p:spPr>
            <a:xfrm>
              <a:off x="5433840" y="2706120"/>
              <a:ext cx="90000" cy="754200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9"/>
            <p:cNvSpPr/>
            <p:nvPr/>
          </p:nvSpPr>
          <p:spPr>
            <a:xfrm>
              <a:off x="4986000" y="2166120"/>
              <a:ext cx="90360" cy="792720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9"/>
            <p:cNvSpPr/>
            <p:nvPr/>
          </p:nvSpPr>
          <p:spPr>
            <a:xfrm>
              <a:off x="5732640" y="2050560"/>
              <a:ext cx="90000" cy="347040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9"/>
            <p:cNvSpPr/>
            <p:nvPr/>
          </p:nvSpPr>
          <p:spPr>
            <a:xfrm>
              <a:off x="5882040" y="2397600"/>
              <a:ext cx="90000" cy="501120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9"/>
            <p:cNvSpPr/>
            <p:nvPr/>
          </p:nvSpPr>
          <p:spPr>
            <a:xfrm>
              <a:off x="4687560" y="3133800"/>
              <a:ext cx="90000" cy="420840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9"/>
            <p:cNvSpPr/>
            <p:nvPr/>
          </p:nvSpPr>
          <p:spPr>
            <a:xfrm>
              <a:off x="4836960" y="2959200"/>
              <a:ext cx="90000" cy="174600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9"/>
            <p:cNvSpPr/>
            <p:nvPr/>
          </p:nvSpPr>
          <p:spPr>
            <a:xfrm>
              <a:off x="5583240" y="2050560"/>
              <a:ext cx="90000" cy="655920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9"/>
            <p:cNvSpPr/>
            <p:nvPr/>
          </p:nvSpPr>
          <p:spPr>
            <a:xfrm>
              <a:off x="5284440" y="34603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19740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0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99" name="Google Shape;599;p20"/>
          <p:cNvSpPr txBox="1">
            <a:spLocks noGrp="1"/>
          </p:cNvSpPr>
          <p:nvPr>
            <p:ph type="subTitle" idx="1"/>
          </p:nvPr>
        </p:nvSpPr>
        <p:spPr>
          <a:xfrm>
            <a:off x="713196" y="2593265"/>
            <a:ext cx="24378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0" name="Google Shape;600;p20"/>
          <p:cNvSpPr txBox="1">
            <a:spLocks noGrp="1"/>
          </p:cNvSpPr>
          <p:nvPr>
            <p:ph type="subTitle" idx="2"/>
          </p:nvPr>
        </p:nvSpPr>
        <p:spPr>
          <a:xfrm>
            <a:off x="3353100" y="2593265"/>
            <a:ext cx="24378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1" name="Google Shape;601;p20"/>
          <p:cNvSpPr txBox="1">
            <a:spLocks noGrp="1"/>
          </p:cNvSpPr>
          <p:nvPr>
            <p:ph type="subTitle" idx="3"/>
          </p:nvPr>
        </p:nvSpPr>
        <p:spPr>
          <a:xfrm>
            <a:off x="713196" y="5058667"/>
            <a:ext cx="24378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2" name="Google Shape;602;p20"/>
          <p:cNvSpPr txBox="1">
            <a:spLocks noGrp="1"/>
          </p:cNvSpPr>
          <p:nvPr>
            <p:ph type="subTitle" idx="4"/>
          </p:nvPr>
        </p:nvSpPr>
        <p:spPr>
          <a:xfrm>
            <a:off x="3353100" y="5058667"/>
            <a:ext cx="24378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3" name="Google Shape;603;p20"/>
          <p:cNvSpPr txBox="1">
            <a:spLocks noGrp="1"/>
          </p:cNvSpPr>
          <p:nvPr>
            <p:ph type="subTitle" idx="5"/>
          </p:nvPr>
        </p:nvSpPr>
        <p:spPr>
          <a:xfrm>
            <a:off x="5993004" y="2593265"/>
            <a:ext cx="24378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4" name="Google Shape;604;p20"/>
          <p:cNvSpPr txBox="1">
            <a:spLocks noGrp="1"/>
          </p:cNvSpPr>
          <p:nvPr>
            <p:ph type="subTitle" idx="6"/>
          </p:nvPr>
        </p:nvSpPr>
        <p:spPr>
          <a:xfrm>
            <a:off x="5993004" y="5058667"/>
            <a:ext cx="2437800" cy="10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5" name="Google Shape;605;p20"/>
          <p:cNvSpPr txBox="1">
            <a:spLocks noGrp="1"/>
          </p:cNvSpPr>
          <p:nvPr>
            <p:ph type="subTitle" idx="7"/>
          </p:nvPr>
        </p:nvSpPr>
        <p:spPr>
          <a:xfrm>
            <a:off x="714294" y="1614800"/>
            <a:ext cx="24354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6" name="Google Shape;606;p20"/>
          <p:cNvSpPr txBox="1">
            <a:spLocks noGrp="1"/>
          </p:cNvSpPr>
          <p:nvPr>
            <p:ph type="subTitle" idx="8"/>
          </p:nvPr>
        </p:nvSpPr>
        <p:spPr>
          <a:xfrm>
            <a:off x="3354198" y="1614800"/>
            <a:ext cx="24354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7" name="Google Shape;607;p20"/>
          <p:cNvSpPr txBox="1">
            <a:spLocks noGrp="1"/>
          </p:cNvSpPr>
          <p:nvPr>
            <p:ph type="subTitle" idx="9"/>
          </p:nvPr>
        </p:nvSpPr>
        <p:spPr>
          <a:xfrm>
            <a:off x="5993002" y="1614800"/>
            <a:ext cx="2435400" cy="10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8" name="Google Shape;608;p20"/>
          <p:cNvSpPr txBox="1">
            <a:spLocks noGrp="1"/>
          </p:cNvSpPr>
          <p:nvPr>
            <p:ph type="subTitle" idx="13"/>
          </p:nvPr>
        </p:nvSpPr>
        <p:spPr>
          <a:xfrm>
            <a:off x="714294" y="4082392"/>
            <a:ext cx="24354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09" name="Google Shape;609;p20"/>
          <p:cNvSpPr txBox="1">
            <a:spLocks noGrp="1"/>
          </p:cNvSpPr>
          <p:nvPr>
            <p:ph type="subTitle" idx="14"/>
          </p:nvPr>
        </p:nvSpPr>
        <p:spPr>
          <a:xfrm>
            <a:off x="3354198" y="4082392"/>
            <a:ext cx="24354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10" name="Google Shape;610;p20"/>
          <p:cNvSpPr txBox="1">
            <a:spLocks noGrp="1"/>
          </p:cNvSpPr>
          <p:nvPr>
            <p:ph type="subTitle" idx="15"/>
          </p:nvPr>
        </p:nvSpPr>
        <p:spPr>
          <a:xfrm>
            <a:off x="5994102" y="4082392"/>
            <a:ext cx="2435400" cy="9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Outfit ExtraBold"/>
              <a:buNone/>
              <a:defRPr sz="24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grpSp>
        <p:nvGrpSpPr>
          <p:cNvPr id="611" name="Google Shape;611;p20"/>
          <p:cNvGrpSpPr/>
          <p:nvPr/>
        </p:nvGrpSpPr>
        <p:grpSpPr>
          <a:xfrm>
            <a:off x="8430836" y="6341878"/>
            <a:ext cx="551017" cy="289967"/>
            <a:chOff x="6204535" y="1008832"/>
            <a:chExt cx="551017" cy="217475"/>
          </a:xfrm>
        </p:grpSpPr>
        <p:sp>
          <p:nvSpPr>
            <p:cNvPr id="612" name="Google Shape;612;p20"/>
            <p:cNvSpPr/>
            <p:nvPr/>
          </p:nvSpPr>
          <p:spPr>
            <a:xfrm>
              <a:off x="6510287" y="1053083"/>
              <a:ext cx="92574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0"/>
            <p:cNvSpPr/>
            <p:nvPr/>
          </p:nvSpPr>
          <p:spPr>
            <a:xfrm>
              <a:off x="6357595" y="1073255"/>
              <a:ext cx="92205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0"/>
            <p:cNvSpPr/>
            <p:nvPr/>
          </p:nvSpPr>
          <p:spPr>
            <a:xfrm>
              <a:off x="6663347" y="1063925"/>
              <a:ext cx="92205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0"/>
            <p:cNvSpPr/>
            <p:nvPr/>
          </p:nvSpPr>
          <p:spPr>
            <a:xfrm>
              <a:off x="6204535" y="1008832"/>
              <a:ext cx="92205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20"/>
          <p:cNvGrpSpPr/>
          <p:nvPr/>
        </p:nvGrpSpPr>
        <p:grpSpPr>
          <a:xfrm rot="10800000">
            <a:off x="162211" y="226178"/>
            <a:ext cx="551017" cy="289967"/>
            <a:chOff x="6204535" y="1008832"/>
            <a:chExt cx="551017" cy="217475"/>
          </a:xfrm>
        </p:grpSpPr>
        <p:sp>
          <p:nvSpPr>
            <p:cNvPr id="617" name="Google Shape;617;p20"/>
            <p:cNvSpPr/>
            <p:nvPr/>
          </p:nvSpPr>
          <p:spPr>
            <a:xfrm>
              <a:off x="6510287" y="1053083"/>
              <a:ext cx="92574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6357595" y="1073255"/>
              <a:ext cx="92205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6663347" y="1063925"/>
              <a:ext cx="92205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0"/>
            <p:cNvSpPr/>
            <p:nvPr/>
          </p:nvSpPr>
          <p:spPr>
            <a:xfrm>
              <a:off x="6204535" y="1008832"/>
              <a:ext cx="92205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20"/>
          <p:cNvGrpSpPr/>
          <p:nvPr/>
        </p:nvGrpSpPr>
        <p:grpSpPr>
          <a:xfrm>
            <a:off x="162211" y="371160"/>
            <a:ext cx="551017" cy="289967"/>
            <a:chOff x="6204535" y="1008832"/>
            <a:chExt cx="551017" cy="217475"/>
          </a:xfrm>
        </p:grpSpPr>
        <p:sp>
          <p:nvSpPr>
            <p:cNvPr id="622" name="Google Shape;622;p20"/>
            <p:cNvSpPr/>
            <p:nvPr/>
          </p:nvSpPr>
          <p:spPr>
            <a:xfrm>
              <a:off x="6510287" y="1053083"/>
              <a:ext cx="92574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0"/>
            <p:cNvSpPr/>
            <p:nvPr/>
          </p:nvSpPr>
          <p:spPr>
            <a:xfrm>
              <a:off x="6357595" y="1073255"/>
              <a:ext cx="92205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0"/>
            <p:cNvSpPr/>
            <p:nvPr/>
          </p:nvSpPr>
          <p:spPr>
            <a:xfrm>
              <a:off x="6663347" y="1063925"/>
              <a:ext cx="92205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0"/>
            <p:cNvSpPr/>
            <p:nvPr/>
          </p:nvSpPr>
          <p:spPr>
            <a:xfrm>
              <a:off x="6204535" y="1008832"/>
              <a:ext cx="92205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6" name="Google Shape;626;p20"/>
          <p:cNvGrpSpPr/>
          <p:nvPr/>
        </p:nvGrpSpPr>
        <p:grpSpPr>
          <a:xfrm>
            <a:off x="8430836" y="6252844"/>
            <a:ext cx="551017" cy="289967"/>
            <a:chOff x="6204535" y="1008832"/>
            <a:chExt cx="551017" cy="217475"/>
          </a:xfrm>
        </p:grpSpPr>
        <p:sp>
          <p:nvSpPr>
            <p:cNvPr id="627" name="Google Shape;627;p20"/>
            <p:cNvSpPr/>
            <p:nvPr/>
          </p:nvSpPr>
          <p:spPr>
            <a:xfrm>
              <a:off x="6510287" y="1053083"/>
              <a:ext cx="92574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0"/>
            <p:cNvSpPr/>
            <p:nvPr/>
          </p:nvSpPr>
          <p:spPr>
            <a:xfrm>
              <a:off x="6357595" y="1073255"/>
              <a:ext cx="92205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0"/>
            <p:cNvSpPr/>
            <p:nvPr/>
          </p:nvSpPr>
          <p:spPr>
            <a:xfrm>
              <a:off x="6663347" y="1063925"/>
              <a:ext cx="92205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0"/>
            <p:cNvSpPr/>
            <p:nvPr/>
          </p:nvSpPr>
          <p:spPr>
            <a:xfrm>
              <a:off x="6204535" y="1008832"/>
              <a:ext cx="92205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877287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1"/>
          <p:cNvSpPr txBox="1">
            <a:spLocks noGrp="1"/>
          </p:cNvSpPr>
          <p:nvPr>
            <p:ph type="title"/>
          </p:nvPr>
        </p:nvSpPr>
        <p:spPr>
          <a:xfrm>
            <a:off x="3561175" y="719333"/>
            <a:ext cx="4869600" cy="15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33" name="Google Shape;633;p21"/>
          <p:cNvSpPr txBox="1">
            <a:spLocks noGrp="1"/>
          </p:cNvSpPr>
          <p:nvPr>
            <p:ph type="subTitle" idx="1"/>
          </p:nvPr>
        </p:nvSpPr>
        <p:spPr>
          <a:xfrm>
            <a:off x="3561175" y="2353667"/>
            <a:ext cx="4869600" cy="15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634" name="Google Shape;634;p21"/>
          <p:cNvSpPr txBox="1"/>
          <p:nvPr/>
        </p:nvSpPr>
        <p:spPr>
          <a:xfrm>
            <a:off x="3561175" y="5120733"/>
            <a:ext cx="48696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35" name="Google Shape;635;p21"/>
          <p:cNvGrpSpPr/>
          <p:nvPr/>
        </p:nvGrpSpPr>
        <p:grpSpPr>
          <a:xfrm rot="10800000">
            <a:off x="8690759" y="719333"/>
            <a:ext cx="453231" cy="5409732"/>
            <a:chOff x="-17" y="539499"/>
            <a:chExt cx="453231" cy="4057299"/>
          </a:xfrm>
        </p:grpSpPr>
        <p:sp>
          <p:nvSpPr>
            <p:cNvPr id="636" name="Google Shape;636;p21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1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1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1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1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1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1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1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1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1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1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1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1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1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1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21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1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1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1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1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1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1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1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1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1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21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1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21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21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645254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22"/>
          <p:cNvGrpSpPr/>
          <p:nvPr/>
        </p:nvGrpSpPr>
        <p:grpSpPr>
          <a:xfrm rot="10800000" flipH="1">
            <a:off x="-25" y="719335"/>
            <a:ext cx="713204" cy="5409732"/>
            <a:chOff x="-17" y="539499"/>
            <a:chExt cx="453231" cy="4057299"/>
          </a:xfrm>
        </p:grpSpPr>
        <p:sp>
          <p:nvSpPr>
            <p:cNvPr id="668" name="Google Shape;668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8" name="Google Shape;698;p22"/>
          <p:cNvGrpSpPr/>
          <p:nvPr/>
        </p:nvGrpSpPr>
        <p:grpSpPr>
          <a:xfrm>
            <a:off x="-12" y="719334"/>
            <a:ext cx="499460" cy="5409732"/>
            <a:chOff x="-17" y="539499"/>
            <a:chExt cx="453231" cy="4057299"/>
          </a:xfrm>
        </p:grpSpPr>
        <p:sp>
          <p:nvSpPr>
            <p:cNvPr id="699" name="Google Shape;699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9" name="Google Shape;729;p22"/>
          <p:cNvGrpSpPr/>
          <p:nvPr/>
        </p:nvGrpSpPr>
        <p:grpSpPr>
          <a:xfrm flipH="1">
            <a:off x="8430796" y="724134"/>
            <a:ext cx="713204" cy="5409732"/>
            <a:chOff x="-17" y="539499"/>
            <a:chExt cx="453231" cy="4057299"/>
          </a:xfrm>
        </p:grpSpPr>
        <p:sp>
          <p:nvSpPr>
            <p:cNvPr id="730" name="Google Shape;730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0" name="Google Shape;760;p22"/>
          <p:cNvGrpSpPr/>
          <p:nvPr/>
        </p:nvGrpSpPr>
        <p:grpSpPr>
          <a:xfrm rot="10800000">
            <a:off x="8644527" y="724135"/>
            <a:ext cx="499460" cy="5409732"/>
            <a:chOff x="-17" y="539499"/>
            <a:chExt cx="453231" cy="4057299"/>
          </a:xfrm>
        </p:grpSpPr>
        <p:sp>
          <p:nvSpPr>
            <p:cNvPr id="761" name="Google Shape;761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656130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23"/>
          <p:cNvGrpSpPr/>
          <p:nvPr/>
        </p:nvGrpSpPr>
        <p:grpSpPr>
          <a:xfrm>
            <a:off x="7980796" y="5931305"/>
            <a:ext cx="1163258" cy="825091"/>
            <a:chOff x="6180480" y="488520"/>
            <a:chExt cx="1135440" cy="1313280"/>
          </a:xfrm>
        </p:grpSpPr>
        <p:sp>
          <p:nvSpPr>
            <p:cNvPr id="793" name="Google Shape;793;p23"/>
            <p:cNvSpPr/>
            <p:nvPr/>
          </p:nvSpPr>
          <p:spPr>
            <a:xfrm>
              <a:off x="6479280" y="1249200"/>
              <a:ext cx="90000" cy="173520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23"/>
            <p:cNvSpPr/>
            <p:nvPr/>
          </p:nvSpPr>
          <p:spPr>
            <a:xfrm>
              <a:off x="6329880" y="1249200"/>
              <a:ext cx="90000" cy="443880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7076520" y="794880"/>
              <a:ext cx="90360" cy="368280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6927480" y="910440"/>
              <a:ext cx="90000" cy="253080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23"/>
            <p:cNvSpPr/>
            <p:nvPr/>
          </p:nvSpPr>
          <p:spPr>
            <a:xfrm>
              <a:off x="7225920" y="488520"/>
              <a:ext cx="90000" cy="306360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6778080" y="910440"/>
              <a:ext cx="90000" cy="621000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6180480" y="169308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6628680" y="14227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1" name="Google Shape;801;p23"/>
          <p:cNvGrpSpPr/>
          <p:nvPr/>
        </p:nvGrpSpPr>
        <p:grpSpPr>
          <a:xfrm>
            <a:off x="54301" y="30755"/>
            <a:ext cx="1469010" cy="688752"/>
            <a:chOff x="4687560" y="1801800"/>
            <a:chExt cx="1433880" cy="1767240"/>
          </a:xfrm>
        </p:grpSpPr>
        <p:sp>
          <p:nvSpPr>
            <p:cNvPr id="802" name="Google Shape;802;p23"/>
            <p:cNvSpPr/>
            <p:nvPr/>
          </p:nvSpPr>
          <p:spPr>
            <a:xfrm>
              <a:off x="5135040" y="2166120"/>
              <a:ext cx="90360" cy="1294200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3"/>
            <p:cNvSpPr/>
            <p:nvPr/>
          </p:nvSpPr>
          <p:spPr>
            <a:xfrm>
              <a:off x="6031440" y="180180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3"/>
            <p:cNvSpPr/>
            <p:nvPr/>
          </p:nvSpPr>
          <p:spPr>
            <a:xfrm>
              <a:off x="5433840" y="2706120"/>
              <a:ext cx="90000" cy="754200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3"/>
            <p:cNvSpPr/>
            <p:nvPr/>
          </p:nvSpPr>
          <p:spPr>
            <a:xfrm>
              <a:off x="4986000" y="2166120"/>
              <a:ext cx="90360" cy="792720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3"/>
            <p:cNvSpPr/>
            <p:nvPr/>
          </p:nvSpPr>
          <p:spPr>
            <a:xfrm>
              <a:off x="5732640" y="2050560"/>
              <a:ext cx="90000" cy="347040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5882040" y="2397600"/>
              <a:ext cx="90000" cy="501120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4687560" y="3133800"/>
              <a:ext cx="90000" cy="420840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3"/>
            <p:cNvSpPr/>
            <p:nvPr/>
          </p:nvSpPr>
          <p:spPr>
            <a:xfrm>
              <a:off x="4836960" y="2959200"/>
              <a:ext cx="90000" cy="174600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3"/>
            <p:cNvSpPr/>
            <p:nvPr/>
          </p:nvSpPr>
          <p:spPr>
            <a:xfrm>
              <a:off x="5583240" y="2050560"/>
              <a:ext cx="90000" cy="655920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3"/>
            <p:cNvSpPr/>
            <p:nvPr/>
          </p:nvSpPr>
          <p:spPr>
            <a:xfrm>
              <a:off x="5284440" y="34603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821348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51709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6"/>
          <p:cNvSpPr txBox="1">
            <a:spLocks noGrp="1"/>
          </p:cNvSpPr>
          <p:nvPr>
            <p:ph type="title"/>
          </p:nvPr>
        </p:nvSpPr>
        <p:spPr>
          <a:xfrm>
            <a:off x="723450" y="681367"/>
            <a:ext cx="76971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369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6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88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6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719333"/>
            <a:ext cx="7717500" cy="15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6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56751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  <p:sldLayoutId id="2147483828" r:id="rId19"/>
    <p:sldLayoutId id="2147483829" r:id="rId20"/>
    <p:sldLayoutId id="2147483830" r:id="rId21"/>
    <p:sldLayoutId id="2147483831" r:id="rId22"/>
    <p:sldLayoutId id="2147483832" r:id="rId23"/>
    <p:sldLayoutId id="2147483833" r:id="rId24"/>
    <p:sldLayoutId id="2147483834" r:id="rId25"/>
    <p:sldLayoutId id="2147483835" r:id="rId26"/>
    <p:sldLayoutId id="2147483836" r:id="rId27"/>
    <p:sldLayoutId id="2147483837" r:id="rId28"/>
    <p:sldLayoutId id="2147483838" r:id="rId29"/>
    <p:sldLayoutId id="2147483839" r:id="rId30"/>
    <p:sldLayoutId id="2147483840" r:id="rId31"/>
    <p:sldLayoutId id="2147483841" r:id="rId32"/>
    <p:sldLayoutId id="2147483842" r:id="rId33"/>
    <p:sldLayoutId id="2147483843" r:id="rId34"/>
    <p:sldLayoutId id="2147483844" r:id="rId35"/>
    <p:sldLayoutId id="2147483845" r:id="rId36"/>
    <p:sldLayoutId id="2147483846" r:id="rId37"/>
    <p:sldLayoutId id="2147483847" r:id="rId38"/>
    <p:sldLayoutId id="2147483848" r:id="rId39"/>
    <p:sldLayoutId id="2147483849" r:id="rId40"/>
    <p:sldLayoutId id="2147483850" r:id="rId41"/>
    <p:sldLayoutId id="2147483851" r:id="rId42"/>
    <p:sldLayoutId id="2147483852" r:id="rId43"/>
    <p:sldLayoutId id="2147483853" r:id="rId44"/>
    <p:sldLayoutId id="2147483854" r:id="rId45"/>
    <p:sldLayoutId id="2147483855" r:id="rId46"/>
    <p:sldLayoutId id="2147483856" r:id="rId47"/>
    <p:sldLayoutId id="2147483857" r:id="rId48"/>
    <p:sldLayoutId id="2147483858" r:id="rId49"/>
    <p:sldLayoutId id="2147483859" r:id="rId50"/>
    <p:sldLayoutId id="2147483860" r:id="rId51"/>
    <p:sldLayoutId id="2147483861" r:id="rId52"/>
    <p:sldLayoutId id="2147483862" r:id="rId53"/>
    <p:sldLayoutId id="2147483863" r:id="rId54"/>
    <p:sldLayoutId id="2147483864" r:id="rId55"/>
    <p:sldLayoutId id="2147483865" r:id="rId56"/>
    <p:sldLayoutId id="2147483866" r:id="rId57"/>
    <p:sldLayoutId id="2147483867" r:id="rId58"/>
    <p:sldLayoutId id="2147483868" r:id="rId5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37" userDrawn="1">
          <p15:clr>
            <a:srgbClr val="EA4335"/>
          </p15:clr>
        </p15:guide>
        <p15:guide id="2" pos="3983" userDrawn="1">
          <p15:clr>
            <a:srgbClr val="EA4335"/>
          </p15:clr>
        </p15:guide>
        <p15:guide id="3" orient="horz" pos="340" userDrawn="1">
          <p15:clr>
            <a:srgbClr val="EA4335"/>
          </p15:clr>
        </p15:guide>
        <p15:guide id="4" orient="horz" pos="2903" userDrawn="1">
          <p15:clr>
            <a:srgbClr val="EA4335"/>
          </p15:clr>
        </p15:guide>
        <p15:guide id="5" pos="2160" userDrawn="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0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47" name="Google Shape;447;p60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70850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1" name="Google Shape;451;p62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66770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2" r:id="rId1"/>
    <p:sldLayoutId id="2147483878" r:id="rId2"/>
    <p:sldLayoutId id="2147483879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4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5" name="Google Shape;455;p64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467471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" y="1"/>
            <a:ext cx="9143995" cy="6857988"/>
            <a:chOff x="0" y="0"/>
            <a:chExt cx="9143995" cy="5143491"/>
          </a:xfrm>
        </p:grpSpPr>
        <p:sp>
          <p:nvSpPr>
            <p:cNvPr id="7" name="Google Shape;7;p1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" name="Google Shape;99;p1"/>
          <p:cNvSpPr txBox="1">
            <a:spLocks noGrp="1"/>
          </p:cNvSpPr>
          <p:nvPr>
            <p:ph type="title"/>
          </p:nvPr>
        </p:nvSpPr>
        <p:spPr>
          <a:xfrm>
            <a:off x="713225" y="593367"/>
            <a:ext cx="7717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endParaRPr dirty="0"/>
          </a:p>
        </p:txBody>
      </p:sp>
      <p:sp>
        <p:nvSpPr>
          <p:cNvPr id="100" name="Google Shape;100;p1"/>
          <p:cNvSpPr txBox="1">
            <a:spLocks noGrp="1"/>
          </p:cNvSpPr>
          <p:nvPr>
            <p:ph type="body" idx="1"/>
          </p:nvPr>
        </p:nvSpPr>
        <p:spPr>
          <a:xfrm>
            <a:off x="713225" y="1536633"/>
            <a:ext cx="77175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67681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81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89" r:id="rId8"/>
    <p:sldLayoutId id="2147483890" r:id="rId9"/>
    <p:sldLayoutId id="2147483891" r:id="rId10"/>
    <p:sldLayoutId id="2147483892" r:id="rId11"/>
    <p:sldLayoutId id="2147483893" r:id="rId12"/>
    <p:sldLayoutId id="2147483894" r:id="rId13"/>
    <p:sldLayoutId id="2147483895" r:id="rId14"/>
    <p:sldLayoutId id="2147483896" r:id="rId15"/>
    <p:sldLayoutId id="2147483897" r:id="rId16"/>
    <p:sldLayoutId id="2147483898" r:id="rId17"/>
    <p:sldLayoutId id="2147483899" r:id="rId18"/>
    <p:sldLayoutId id="2147483900" r:id="rId19"/>
    <p:sldLayoutId id="2147483901" r:id="rId20"/>
    <p:sldLayoutId id="2147483902" r:id="rId2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814" name="Google Shape;814;p24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4360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fdc.energy.gov/data/10310" TargetMode="Externa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9.xml"/><Relationship Id="rId4" Type="http://schemas.openxmlformats.org/officeDocument/2006/relationships/hyperlink" Target="https://www.nyserda.ny.gov/Energy-Prices/Motor-Gasoline/Weekly-Average-Motor-Gasoline-Pric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9883-369B-0E6E-F092-994C6D1D1B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300" dirty="0"/>
              <a:t>Analysis of Rideshare Driver Pay in NYC – What are the most Profitable Times to Drive?</a:t>
            </a:r>
          </a:p>
        </p:txBody>
      </p:sp>
    </p:spTree>
    <p:extLst>
      <p:ext uri="{BB962C8B-B14F-4D97-AF65-F5344CB8AC3E}">
        <p14:creationId xmlns:p14="http://schemas.microsoft.com/office/powerpoint/2010/main" val="303196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E4F94D11-1956-B7B5-0D4D-AF596B7FE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065" y="2331733"/>
            <a:ext cx="2360514" cy="3380736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143812-D317-A48D-9180-A63C2412D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229594"/>
            <a:ext cx="7704000" cy="763600"/>
          </a:xfrm>
        </p:spPr>
        <p:txBody>
          <a:bodyPr/>
          <a:lstStyle/>
          <a:p>
            <a:r>
              <a:rPr lang="en-US" b="1" dirty="0">
                <a:latin typeface=""/>
              </a:rPr>
              <a:t>Sources of Driver Pay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8A135AD-B626-93E8-E9E9-E9149845B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25944"/>
            <a:ext cx="7704000" cy="334500"/>
          </a:xfrm>
        </p:spPr>
        <p:txBody>
          <a:bodyPr/>
          <a:lstStyle/>
          <a:p>
            <a:r>
              <a:rPr lang="en-US" dirty="0">
                <a:latin typeface=""/>
              </a:rPr>
              <a:t>13% of Driver Pay comes from surcharges and tips, with the rest coming from the base pay for the ride. </a:t>
            </a:r>
          </a:p>
          <a:p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A7CBD-47F8-00A7-3599-13DF8D8E3E8D}"/>
              </a:ext>
            </a:extLst>
          </p:cNvPr>
          <p:cNvSpPr/>
          <p:nvPr/>
        </p:nvSpPr>
        <p:spPr>
          <a:xfrm>
            <a:off x="3436971" y="2539851"/>
            <a:ext cx="502391" cy="136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>
                    <a:lumMod val="10000"/>
                  </a:schemeClr>
                </a:solidFill>
                <a:latin typeface="Aptos" panose="020B0004020202020204" pitchFamily="34" charset="0"/>
                <a:ea typeface="Osaka" panose="020B0600000000000000" pitchFamily="34" charset="-128"/>
              </a:rPr>
              <a:t>(7%)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830C6D-F7CB-24BA-BDE2-1C7F4E01DA8E}"/>
              </a:ext>
            </a:extLst>
          </p:cNvPr>
          <p:cNvSpPr/>
          <p:nvPr/>
        </p:nvSpPr>
        <p:spPr>
          <a:xfrm>
            <a:off x="3436971" y="2753442"/>
            <a:ext cx="502391" cy="136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>
                    <a:lumMod val="10000"/>
                  </a:schemeClr>
                </a:solidFill>
                <a:latin typeface="Aptos" panose="020B0004020202020204" pitchFamily="34" charset="0"/>
                <a:ea typeface="Osaka" panose="020B0600000000000000" pitchFamily="34" charset="-128"/>
              </a:rPr>
              <a:t>(6%)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B3FB2A-0E84-2B3A-F5D9-C9C32E93783E}"/>
              </a:ext>
            </a:extLst>
          </p:cNvPr>
          <p:cNvSpPr/>
          <p:nvPr/>
        </p:nvSpPr>
        <p:spPr>
          <a:xfrm>
            <a:off x="3468870" y="4254656"/>
            <a:ext cx="587701" cy="1362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bg1">
                    <a:lumMod val="10000"/>
                  </a:schemeClr>
                </a:solidFill>
                <a:latin typeface="Aptos" panose="020B0004020202020204" pitchFamily="34" charset="0"/>
                <a:ea typeface="Osaka" panose="020B0600000000000000" pitchFamily="34" charset="-128"/>
              </a:rPr>
              <a:t>(87%)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6278A05-8E11-7B2E-67C4-E431103FF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075" y="2339708"/>
            <a:ext cx="3035904" cy="560587"/>
          </a:xfrm>
          <a:prstGeom prst="rect">
            <a:avLst/>
          </a:prstGeom>
          <a:ln w="12700"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1043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E7DCC3F-8C4E-C03E-E3AB-047A7D848906}"/>
              </a:ext>
            </a:extLst>
          </p:cNvPr>
          <p:cNvSpPr/>
          <p:nvPr/>
        </p:nvSpPr>
        <p:spPr>
          <a:xfrm>
            <a:off x="5759392" y="3460550"/>
            <a:ext cx="2424224" cy="1881958"/>
          </a:xfrm>
          <a:prstGeom prst="rect">
            <a:avLst/>
          </a:prstGeom>
          <a:solidFill>
            <a:srgbClr val="DF6F8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500" b="1" dirty="0">
                <a:solidFill>
                  <a:schemeClr val="bg1">
                    <a:lumMod val="10000"/>
                  </a:schemeClr>
                </a:solidFill>
              </a:rPr>
              <a:t>Fuel Costs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4C38D5-12B6-8827-57F5-6CF9DD45D069}"/>
              </a:ext>
            </a:extLst>
          </p:cNvPr>
          <p:cNvSpPr/>
          <p:nvPr/>
        </p:nvSpPr>
        <p:spPr>
          <a:xfrm>
            <a:off x="5869704" y="3783511"/>
            <a:ext cx="2163301" cy="647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On average, drivers incur $0.67 in fuel costs per ride, diminishing overall take home pay.  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75FD5A-F347-1391-3769-99B9E7D3E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85" y="2232124"/>
            <a:ext cx="2504393" cy="35921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65A1A1-887C-460E-A3B0-315A4141A0F7}"/>
              </a:ext>
            </a:extLst>
          </p:cNvPr>
          <p:cNvSpPr/>
          <p:nvPr/>
        </p:nvSpPr>
        <p:spPr>
          <a:xfrm>
            <a:off x="3579078" y="1981218"/>
            <a:ext cx="2426457" cy="34748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>
                <a:lumMod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ysClr val="windowText" lastClr="000000"/>
                </a:solidFill>
              </a:rPr>
              <a:t>Avg. </a:t>
            </a:r>
            <a:r>
              <a:rPr lang="en-US" sz="1350" b="1" i="1" dirty="0">
                <a:solidFill>
                  <a:sysClr val="windowText" lastClr="000000"/>
                </a:solidFill>
              </a:rPr>
              <a:t>Gross</a:t>
            </a:r>
            <a:r>
              <a:rPr lang="en-US" sz="1350" dirty="0">
                <a:solidFill>
                  <a:sysClr val="windowText" lastClr="000000"/>
                </a:solidFill>
              </a:rPr>
              <a:t> Driver Pay: $19.93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FA3CDC-1C42-D4C1-4B41-5C987D61051C}"/>
              </a:ext>
            </a:extLst>
          </p:cNvPr>
          <p:cNvSpPr/>
          <p:nvPr/>
        </p:nvSpPr>
        <p:spPr>
          <a:xfrm>
            <a:off x="3579078" y="2729680"/>
            <a:ext cx="2424224" cy="347485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solidFill>
              <a:schemeClr val="tx2">
                <a:lumMod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ysClr val="windowText" lastClr="000000"/>
                </a:solidFill>
              </a:rPr>
              <a:t>Avg. </a:t>
            </a:r>
            <a:r>
              <a:rPr lang="en-US" sz="1350" b="1" i="1" dirty="0">
                <a:solidFill>
                  <a:sysClr val="windowText" lastClr="000000"/>
                </a:solidFill>
              </a:rPr>
              <a:t>Net</a:t>
            </a:r>
            <a:r>
              <a:rPr lang="en-US" sz="1350" dirty="0">
                <a:solidFill>
                  <a:sysClr val="windowText" lastClr="000000"/>
                </a:solidFill>
              </a:rPr>
              <a:t> Driver Pay: $19.26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C28563-8991-8CC8-72D2-FD87F4302A07}"/>
              </a:ext>
            </a:extLst>
          </p:cNvPr>
          <p:cNvCxnSpPr>
            <a:cxnSpLocks/>
          </p:cNvCxnSpPr>
          <p:nvPr/>
        </p:nvCxnSpPr>
        <p:spPr>
          <a:xfrm>
            <a:off x="1630768" y="2399771"/>
            <a:ext cx="1828800" cy="0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8FF018-6D77-6564-573C-BF10670FCF6F}"/>
              </a:ext>
            </a:extLst>
          </p:cNvPr>
          <p:cNvCxnSpPr>
            <a:cxnSpLocks/>
          </p:cNvCxnSpPr>
          <p:nvPr/>
        </p:nvCxnSpPr>
        <p:spPr>
          <a:xfrm>
            <a:off x="1633424" y="2516181"/>
            <a:ext cx="1826144" cy="0"/>
          </a:xfrm>
          <a:prstGeom prst="line">
            <a:avLst/>
          </a:prstGeom>
          <a:ln w="19050">
            <a:solidFill>
              <a:schemeClr val="bg1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8D2E10-A3A3-2022-D6F5-4955BE5EB31E}"/>
              </a:ext>
            </a:extLst>
          </p:cNvPr>
          <p:cNvCxnSpPr>
            <a:cxnSpLocks/>
          </p:cNvCxnSpPr>
          <p:nvPr/>
        </p:nvCxnSpPr>
        <p:spPr>
          <a:xfrm flipH="1" flipV="1">
            <a:off x="3353243" y="2585300"/>
            <a:ext cx="228600" cy="282768"/>
          </a:xfrm>
          <a:prstGeom prst="straightConnector1">
            <a:avLst/>
          </a:prstGeom>
          <a:ln w="1905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1A43AEE-1360-4046-90E6-1F6916A18B28}"/>
              </a:ext>
            </a:extLst>
          </p:cNvPr>
          <p:cNvCxnSpPr>
            <a:cxnSpLocks/>
          </p:cNvCxnSpPr>
          <p:nvPr/>
        </p:nvCxnSpPr>
        <p:spPr>
          <a:xfrm flipH="1">
            <a:off x="3350478" y="2149045"/>
            <a:ext cx="228600" cy="215420"/>
          </a:xfrm>
          <a:prstGeom prst="straightConnector1">
            <a:avLst/>
          </a:prstGeom>
          <a:ln w="1905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9BC43-29D2-0E3E-AD66-8A518D99DE2B}"/>
              </a:ext>
            </a:extLst>
          </p:cNvPr>
          <p:cNvSpPr/>
          <p:nvPr/>
        </p:nvSpPr>
        <p:spPr>
          <a:xfrm>
            <a:off x="1545068" y="2411844"/>
            <a:ext cx="1826144" cy="745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50" dirty="0">
                <a:solidFill>
                  <a:sysClr val="windowText" lastClr="000000"/>
                </a:solidFill>
              </a:rPr>
              <a:t>Avg. Fuel Costs: $0.67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CC28A69-F407-432B-D63A-BD08394755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932438"/>
              </p:ext>
            </p:extLst>
          </p:nvPr>
        </p:nvGraphicFramePr>
        <p:xfrm>
          <a:off x="6147518" y="4542356"/>
          <a:ext cx="1647971" cy="667368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872360">
                  <a:extLst>
                    <a:ext uri="{9D8B030D-6E8A-4147-A177-3AD203B41FA5}">
                      <a16:colId xmlns:a16="http://schemas.microsoft.com/office/drawing/2014/main" val="1478751044"/>
                    </a:ext>
                  </a:extLst>
                </a:gridCol>
                <a:gridCol w="775611">
                  <a:extLst>
                    <a:ext uri="{9D8B030D-6E8A-4147-A177-3AD203B41FA5}">
                      <a16:colId xmlns:a16="http://schemas.microsoft.com/office/drawing/2014/main" val="364101986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Assumption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>
                          <a:solidFill>
                            <a:schemeClr val="bg1">
                              <a:lumMod val="10000"/>
                            </a:schemeClr>
                          </a:solidFill>
                        </a:rPr>
                        <a:t>Value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55449"/>
                  </a:ext>
                </a:extLst>
              </a:tr>
              <a:tr h="276599">
                <a:tc>
                  <a:txBody>
                    <a:bodyPr/>
                    <a:lstStyle/>
                    <a:p>
                      <a:r>
                        <a:rPr lang="en-US" sz="800" b="1" dirty="0"/>
                        <a:t>Fuel Efficiency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25.5 MPG*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557125"/>
                  </a:ext>
                </a:extLst>
              </a:tr>
              <a:tr h="200269">
                <a:tc>
                  <a:txBody>
                    <a:bodyPr/>
                    <a:lstStyle/>
                    <a:p>
                      <a:r>
                        <a:rPr lang="en-US" sz="800" b="1" dirty="0"/>
                        <a:t>Cost of gas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$3.67/gallon**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923592"/>
                  </a:ext>
                </a:extLst>
              </a:tr>
            </a:tbl>
          </a:graphicData>
        </a:graphic>
      </p:graphicFrame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C4AACC3-76FA-4EE5-3FF5-0EE01400E68C}"/>
              </a:ext>
            </a:extLst>
          </p:cNvPr>
          <p:cNvCxnSpPr>
            <a:cxnSpLocks/>
          </p:cNvCxnSpPr>
          <p:nvPr/>
        </p:nvCxnSpPr>
        <p:spPr>
          <a:xfrm>
            <a:off x="2904258" y="2454253"/>
            <a:ext cx="1067587" cy="194727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07156A8-03A7-E180-B2AB-162613BCC0B7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3979820" y="4401528"/>
            <a:ext cx="1779572" cy="1"/>
          </a:xfrm>
          <a:prstGeom prst="straightConnector1">
            <a:avLst/>
          </a:prstGeom>
          <a:ln>
            <a:solidFill>
              <a:schemeClr val="bg1">
                <a:lumMod val="1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1">
            <a:extLst>
              <a:ext uri="{FF2B5EF4-FFF2-40B4-BE49-F238E27FC236}">
                <a16:creationId xmlns:a16="http://schemas.microsoft.com/office/drawing/2014/main" id="{57E359ED-885E-DDB4-D687-812AE53836CE}"/>
              </a:ext>
            </a:extLst>
          </p:cNvPr>
          <p:cNvSpPr txBox="1">
            <a:spLocks/>
          </p:cNvSpPr>
          <p:nvPr/>
        </p:nvSpPr>
        <p:spPr>
          <a:xfrm>
            <a:off x="720000" y="113335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sz="2100" b="1" dirty="0">
                <a:latin typeface=""/>
              </a:rPr>
              <a:t>How much do drivers actually earn? Incorporating fuel costs into analysis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87765C6E-1FBD-D163-22A2-32C901F0E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9926" y="5505922"/>
            <a:ext cx="3094075" cy="63178"/>
          </a:xfrm>
        </p:spPr>
        <p:txBody>
          <a:bodyPr/>
          <a:lstStyle/>
          <a:p>
            <a:pPr marL="139697" indent="0">
              <a:buNone/>
            </a:pPr>
            <a:r>
              <a:rPr lang="en-US" sz="675" i="1" dirty="0">
                <a:latin typeface=""/>
              </a:rPr>
              <a:t>*Source: </a:t>
            </a:r>
            <a:r>
              <a:rPr lang="en-US" sz="675" i="1" dirty="0">
                <a:latin typeface=""/>
                <a:hlinkClick r:id="rId3"/>
              </a:rPr>
              <a:t>US Department of Energy Alternative Fuels Data Center</a:t>
            </a:r>
            <a:endParaRPr lang="en-US" sz="675" i="1" dirty="0">
              <a:latin typeface=""/>
            </a:endParaRP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2B082E34-307E-856A-FAED-028AD3567C91}"/>
              </a:ext>
            </a:extLst>
          </p:cNvPr>
          <p:cNvSpPr txBox="1">
            <a:spLocks/>
          </p:cNvSpPr>
          <p:nvPr/>
        </p:nvSpPr>
        <p:spPr>
          <a:xfrm>
            <a:off x="5329926" y="5652187"/>
            <a:ext cx="3094075" cy="63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6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19170" marR="0" lvl="1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828754" marR="0" lvl="2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438339" marR="0" lvl="3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3047924" marR="0" lvl="4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657509" marR="0" lvl="5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4267093" marR="0" lvl="6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4876678" marR="0" lvl="7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5486263" marR="0" lvl="8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697" indent="0">
              <a:buNone/>
            </a:pPr>
            <a:r>
              <a:rPr lang="en-US" sz="675" i="1" dirty="0">
                <a:latin typeface=""/>
              </a:rPr>
              <a:t>**Source: </a:t>
            </a:r>
            <a:r>
              <a:rPr lang="en-US" sz="675" i="1" dirty="0">
                <a:latin typeface=""/>
                <a:hlinkClick r:id="rId4"/>
              </a:rPr>
              <a:t>New York State Energy Research and Development Authority</a:t>
            </a:r>
            <a:endParaRPr lang="en-US" sz="675" i="1" dirty="0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238095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0E7B33D-B3A1-19F0-3726-00519CCACCB4}"/>
              </a:ext>
            </a:extLst>
          </p:cNvPr>
          <p:cNvSpPr/>
          <p:nvPr/>
        </p:nvSpPr>
        <p:spPr>
          <a:xfrm>
            <a:off x="1405484" y="2767658"/>
            <a:ext cx="6124354" cy="2416249"/>
          </a:xfrm>
          <a:prstGeom prst="rect">
            <a:avLst/>
          </a:prstGeom>
          <a:solidFill>
            <a:schemeClr val="accent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/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57E359ED-885E-DDB4-D687-812AE53836CE}"/>
              </a:ext>
            </a:extLst>
          </p:cNvPr>
          <p:cNvSpPr txBox="1">
            <a:spLocks/>
          </p:cNvSpPr>
          <p:nvPr/>
        </p:nvSpPr>
        <p:spPr>
          <a:xfrm>
            <a:off x="751531" y="133304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sz="2100" b="1" dirty="0">
                <a:latin typeface=""/>
              </a:rPr>
              <a:t>Evaluating driving time attractiveness with </a:t>
            </a:r>
            <a:r>
              <a:rPr lang="en-US" sz="2100" b="1" i="1" dirty="0">
                <a:latin typeface=""/>
              </a:rPr>
              <a:t>Hourly Profitability Index (HPI) </a:t>
            </a:r>
            <a:r>
              <a:rPr lang="en-US" sz="2100" b="1" dirty="0">
                <a:latin typeface=""/>
              </a:rPr>
              <a:t>metric</a:t>
            </a:r>
            <a:endParaRPr lang="en-US" sz="2100" b="1" i="1" dirty="0">
              <a:latin typeface="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86120DA-AEF3-C8A1-1855-77064A82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1531" y="2097411"/>
            <a:ext cx="7704000" cy="572700"/>
          </a:xfrm>
        </p:spPr>
        <p:txBody>
          <a:bodyPr/>
          <a:lstStyle/>
          <a:p>
            <a:pPr marL="139697" indent="0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1" i="1" dirty="0">
                <a:solidFill>
                  <a:schemeClr val="bg1">
                    <a:lumMod val="10000"/>
                  </a:schemeClr>
                </a:solidFill>
              </a:rPr>
              <a:t>HPI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 integrates gross pay, fuel costs, trip time, and trip demand to gauge the overall attractiveness of a specific time for drivers.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11AA8-009B-9323-C8CA-A6231AA697C1}"/>
              </a:ext>
            </a:extLst>
          </p:cNvPr>
          <p:cNvSpPr/>
          <p:nvPr/>
        </p:nvSpPr>
        <p:spPr>
          <a:xfrm>
            <a:off x="2530182" y="3536316"/>
            <a:ext cx="4904267" cy="12001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i="1" dirty="0">
              <a:solidFill>
                <a:schemeClr val="bg1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66E30-28F5-BFF0-99D3-DAB2F4BDD960}"/>
                  </a:ext>
                </a:extLst>
              </p:cNvPr>
              <p:cNvSpPr txBox="1"/>
              <p:nvPr/>
            </p:nvSpPr>
            <p:spPr>
              <a:xfrm>
                <a:off x="1733062" y="4461386"/>
                <a:ext cx="2562442" cy="4333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spcAft>
                    <a:spcPts val="450"/>
                  </a:spcAft>
                </a:pP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𝐺𝑟𝑜𝑠𝑠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𝐷𝑟𝑖𝑣𝑒𝑟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𝑃𝑎𝑦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𝐹𝑢𝑒𝑙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𝐶𝑜𝑠𝑡𝑠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𝑇𝑟𝑖𝑝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𝑇𝑖𝑚𝑒</m:t>
                        </m:r>
                      </m:den>
                    </m:f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766E30-28F5-BFF0-99D3-DAB2F4BDD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062" y="4461386"/>
                <a:ext cx="2562442" cy="433388"/>
              </a:xfrm>
              <a:prstGeom prst="rect">
                <a:avLst/>
              </a:prstGeom>
              <a:blipFill>
                <a:blip r:embed="rId2"/>
                <a:stretch>
                  <a:fillRect l="-493" t="-5714" r="-197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71EA0F49-E51F-881F-5728-DA9C3082F025}"/>
              </a:ext>
            </a:extLst>
          </p:cNvPr>
          <p:cNvSpPr/>
          <p:nvPr/>
        </p:nvSpPr>
        <p:spPr>
          <a:xfrm>
            <a:off x="4714007" y="2946780"/>
            <a:ext cx="2622980" cy="8457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500" b="1" dirty="0">
                <a:solidFill>
                  <a:schemeClr val="bg1">
                    <a:lumMod val="10000"/>
                  </a:schemeClr>
                </a:solidFill>
              </a:rPr>
              <a:t>Demand for Trips</a:t>
            </a:r>
          </a:p>
          <a:p>
            <a:pPr>
              <a:spcBef>
                <a:spcPts val="375"/>
              </a:spcBef>
            </a:pP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Adjusts for preference of drivers to be on the road during high-demand intervals to minimize idle time searching for rides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363C9F-0295-F5F7-3694-8923CA42CB64}"/>
              </a:ext>
            </a:extLst>
          </p:cNvPr>
          <p:cNvSpPr/>
          <p:nvPr/>
        </p:nvSpPr>
        <p:spPr>
          <a:xfrm>
            <a:off x="1693173" y="2947241"/>
            <a:ext cx="2622980" cy="860881"/>
          </a:xfrm>
          <a:prstGeom prst="rect">
            <a:avLst/>
          </a:prstGeom>
          <a:solidFill>
            <a:srgbClr val="AB87EA">
              <a:alpha val="7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500" b="1" dirty="0">
                <a:solidFill>
                  <a:schemeClr val="bg1">
                    <a:lumMod val="10000"/>
                  </a:schemeClr>
                </a:solidFill>
              </a:rPr>
              <a:t>Profitability of Trips</a:t>
            </a:r>
          </a:p>
          <a:p>
            <a:pPr>
              <a:spcBef>
                <a:spcPts val="375"/>
              </a:spcBef>
            </a:pP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Incorporates </a:t>
            </a:r>
            <a:r>
              <a:rPr lang="en-US" sz="1050" i="1" dirty="0">
                <a:solidFill>
                  <a:schemeClr val="bg1">
                    <a:lumMod val="10000"/>
                  </a:schemeClr>
                </a:solidFill>
              </a:rPr>
              <a:t>gross pay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, </a:t>
            </a:r>
            <a:r>
              <a:rPr lang="en-US" sz="1050" i="1" dirty="0">
                <a:solidFill>
                  <a:schemeClr val="bg1">
                    <a:lumMod val="10000"/>
                  </a:schemeClr>
                </a:solidFill>
              </a:rPr>
              <a:t>fuel costs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, and </a:t>
            </a:r>
            <a:r>
              <a:rPr lang="en-US" sz="1050" i="1" dirty="0">
                <a:solidFill>
                  <a:schemeClr val="bg1">
                    <a:lumMod val="10000"/>
                  </a:schemeClr>
                </a:solidFill>
              </a:rPr>
              <a:t>trip time 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to wholistically assess profitability of trips in a given hour of the day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72864-A7D9-DF37-650B-2B99F61B98F8}"/>
              </a:ext>
            </a:extLst>
          </p:cNvPr>
          <p:cNvSpPr/>
          <p:nvPr/>
        </p:nvSpPr>
        <p:spPr>
          <a:xfrm>
            <a:off x="1733062" y="4254299"/>
            <a:ext cx="2562443" cy="793935"/>
          </a:xfrm>
          <a:prstGeom prst="rect">
            <a:avLst/>
          </a:prstGeom>
          <a:noFill/>
          <a:ln w="38100">
            <a:solidFill>
              <a:srgbClr val="AB87EA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5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2465E4-2E5E-A9D1-2DFD-DD1C84F8A90C}"/>
              </a:ext>
            </a:extLst>
          </p:cNvPr>
          <p:cNvSpPr/>
          <p:nvPr/>
        </p:nvSpPr>
        <p:spPr>
          <a:xfrm>
            <a:off x="4714007" y="4232893"/>
            <a:ext cx="2622978" cy="793935"/>
          </a:xfrm>
          <a:prstGeom prst="rect">
            <a:avLst/>
          </a:prstGeom>
          <a:noFill/>
          <a:ln w="38100">
            <a:solidFill>
              <a:srgbClr val="A7B4F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050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405733-BD0D-F89B-8C57-AABAEB475229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3004663" y="3808122"/>
            <a:ext cx="0" cy="430619"/>
          </a:xfrm>
          <a:prstGeom prst="straightConnector1">
            <a:avLst/>
          </a:prstGeom>
          <a:ln w="381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868740-04B0-F2F6-D261-280550CE97C6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6025497" y="3792502"/>
            <a:ext cx="0" cy="430619"/>
          </a:xfrm>
          <a:prstGeom prst="straightConnector1">
            <a:avLst/>
          </a:prstGeom>
          <a:ln w="3810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B8067C-BAB4-F9FA-C453-8B22835C41D7}"/>
                  </a:ext>
                </a:extLst>
              </p:cNvPr>
              <p:cNvSpPr txBox="1"/>
              <p:nvPr/>
            </p:nvSpPr>
            <p:spPr>
              <a:xfrm>
                <a:off x="4791434" y="4392683"/>
                <a:ext cx="2468123" cy="461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𝑇𝑟𝑖𝑝𝑠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𝐵𝑜𝑜𝑘𝑒𝑑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eqArr>
                    </m:oMath>
                  </m:oMathPara>
                </a14:m>
                <a:endParaRPr lang="en-US" sz="15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𝐻𝑜𝑢𝑟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B8067C-BAB4-F9FA-C453-8B22835C4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434" y="4392683"/>
                <a:ext cx="2468123" cy="461665"/>
              </a:xfrm>
              <a:prstGeom prst="rect">
                <a:avLst/>
              </a:prstGeom>
              <a:blipFill>
                <a:blip r:embed="rId3"/>
                <a:stretch>
                  <a:fillRect t="-8108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98177CC0-7BA4-FD2D-C14A-630001B1F4B9}"/>
              </a:ext>
            </a:extLst>
          </p:cNvPr>
          <p:cNvSpPr txBox="1">
            <a:spLocks/>
          </p:cNvSpPr>
          <p:nvPr/>
        </p:nvSpPr>
        <p:spPr>
          <a:xfrm>
            <a:off x="1341663" y="5199465"/>
            <a:ext cx="625199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6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19170" marR="0" lvl="1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828754" marR="0" lvl="2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438339" marR="0" lvl="3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3047924" marR="0" lvl="4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657509" marR="0" lvl="5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4267093" marR="0" lvl="6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4876678" marR="0" lvl="7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5486263" marR="0" lvl="8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697" indent="0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sz="900" i="1" dirty="0"/>
              <a:t>Profitability and Demand metrics for each time of day are calculated, standardized, and combined to arrive at a value for </a:t>
            </a:r>
            <a:r>
              <a:rPr lang="en-US" sz="900" b="1" i="1" dirty="0"/>
              <a:t>HPI</a:t>
            </a:r>
          </a:p>
        </p:txBody>
      </p:sp>
    </p:spTree>
    <p:extLst>
      <p:ext uri="{BB962C8B-B14F-4D97-AF65-F5344CB8AC3E}">
        <p14:creationId xmlns:p14="http://schemas.microsoft.com/office/powerpoint/2010/main" val="201080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E5F25A2-570F-E1AC-7EFB-DF883E2E2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706" y="2581693"/>
            <a:ext cx="4669377" cy="3221089"/>
          </a:xfrm>
          <a:prstGeom prst="rect">
            <a:avLst/>
          </a:prstGeom>
          <a:ln w="19050">
            <a:solidFill>
              <a:schemeClr val="bg1">
                <a:lumMod val="10000"/>
              </a:schemeClr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B14F57-4C4D-7136-D2B9-0FFCFA52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888316"/>
            <a:ext cx="7704000" cy="572700"/>
          </a:xfrm>
        </p:spPr>
        <p:txBody>
          <a:bodyPr/>
          <a:lstStyle/>
          <a:p>
            <a:r>
              <a:rPr lang="en-US" b="1" dirty="0">
                <a:latin typeface=""/>
              </a:rPr>
              <a:t>Interplay between Profitability and Demand drives variations in </a:t>
            </a:r>
            <a:r>
              <a:rPr lang="en-US" b="1" i="1" dirty="0">
                <a:latin typeface=""/>
              </a:rPr>
              <a:t>HPI</a:t>
            </a:r>
            <a:endParaRPr lang="en-US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9B5333-A5F1-6D2A-0215-3B4089E71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64" y="2581693"/>
            <a:ext cx="1676400" cy="485775"/>
          </a:xfrm>
          <a:prstGeom prst="rect">
            <a:avLst/>
          </a:prstGeom>
          <a:ln w="19050">
            <a:solidFill>
              <a:schemeClr val="bg1">
                <a:lumMod val="10000"/>
              </a:schemeClr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DC7571-D350-2CBA-E6C1-BBC002ACBA5D}"/>
              </a:ext>
            </a:extLst>
          </p:cNvPr>
          <p:cNvSpPr/>
          <p:nvPr/>
        </p:nvSpPr>
        <p:spPr>
          <a:xfrm>
            <a:off x="6326728" y="2654646"/>
            <a:ext cx="2097272" cy="901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DFDA73A-F0EE-503B-DF45-EC57312A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897714"/>
            <a:ext cx="7704000" cy="572700"/>
          </a:xfrm>
        </p:spPr>
        <p:txBody>
          <a:bodyPr/>
          <a:lstStyle/>
          <a:p>
            <a:pPr marL="139697" indent="0">
              <a:buNone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High </a:t>
            </a:r>
            <a:r>
              <a:rPr lang="en-US" b="1" i="1" dirty="0">
                <a:solidFill>
                  <a:schemeClr val="bg1">
                    <a:lumMod val="10000"/>
                  </a:schemeClr>
                </a:solidFill>
              </a:rPr>
              <a:t>Hourly Profitability Index 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indicates more profitable driving times.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8BC19-D701-EBA3-AFA4-A781A049707E}"/>
              </a:ext>
            </a:extLst>
          </p:cNvPr>
          <p:cNvSpPr txBox="1"/>
          <p:nvPr/>
        </p:nvSpPr>
        <p:spPr>
          <a:xfrm>
            <a:off x="6993565" y="2771111"/>
            <a:ext cx="181019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Lato"/>
              </a:rPr>
              <a:t>Starting around 18:00, Trip Profitability tends to rise while Demand for Trips remains relatively constant, creating a favorable time for driving.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6CD850-A24D-BD3F-640C-792CDA17AD35}"/>
              </a:ext>
            </a:extLst>
          </p:cNvPr>
          <p:cNvSpPr txBox="1"/>
          <p:nvPr/>
        </p:nvSpPr>
        <p:spPr>
          <a:xfrm>
            <a:off x="6979390" y="4324065"/>
            <a:ext cx="18101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</a:rPr>
              <a:t>HPI shows greater variation on weekends, indicating the need for more selective driving during these days.</a:t>
            </a:r>
          </a:p>
        </p:txBody>
      </p:sp>
    </p:spTree>
    <p:extLst>
      <p:ext uri="{BB962C8B-B14F-4D97-AF65-F5344CB8AC3E}">
        <p14:creationId xmlns:p14="http://schemas.microsoft.com/office/powerpoint/2010/main" val="2920835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FF05179-5366-D7E3-A144-D24F6E288973}"/>
              </a:ext>
            </a:extLst>
          </p:cNvPr>
          <p:cNvSpPr/>
          <p:nvPr/>
        </p:nvSpPr>
        <p:spPr>
          <a:xfrm>
            <a:off x="821180" y="5145043"/>
            <a:ext cx="7507016" cy="815921"/>
          </a:xfrm>
          <a:prstGeom prst="rect">
            <a:avLst/>
          </a:prstGeom>
          <a:solidFill>
            <a:schemeClr val="accent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E9F0CC-D91E-0171-4643-03EF82C245A1}"/>
              </a:ext>
            </a:extLst>
          </p:cNvPr>
          <p:cNvSpPr/>
          <p:nvPr/>
        </p:nvSpPr>
        <p:spPr>
          <a:xfrm>
            <a:off x="848192" y="1974761"/>
            <a:ext cx="7280644" cy="672701"/>
          </a:xfrm>
          <a:prstGeom prst="rect">
            <a:avLst/>
          </a:prstGeom>
          <a:solidFill>
            <a:schemeClr val="accent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12F041-5E8D-35F4-EE4E-40B65DBA37BA}"/>
              </a:ext>
            </a:extLst>
          </p:cNvPr>
          <p:cNvSpPr/>
          <p:nvPr/>
        </p:nvSpPr>
        <p:spPr>
          <a:xfrm>
            <a:off x="1063501" y="3133195"/>
            <a:ext cx="6985591" cy="1842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00" b="1" u="sng" dirty="0">
                <a:solidFill>
                  <a:schemeClr val="bg1">
                    <a:lumMod val="10000"/>
                  </a:schemeClr>
                </a:solidFill>
              </a:rPr>
              <a:t>Calculations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14F57-4C4D-7136-D2B9-0FFCFA527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14" y="830638"/>
            <a:ext cx="7704000" cy="572700"/>
          </a:xfrm>
        </p:spPr>
        <p:txBody>
          <a:bodyPr/>
          <a:lstStyle/>
          <a:p>
            <a:r>
              <a:rPr lang="en-US" b="1" dirty="0">
                <a:latin typeface=""/>
              </a:rPr>
              <a:t>Optimizing for Driving During High </a:t>
            </a:r>
            <a:r>
              <a:rPr lang="en-US" b="1" i="1" dirty="0">
                <a:latin typeface=""/>
              </a:rPr>
              <a:t>HPI </a:t>
            </a:r>
            <a:r>
              <a:rPr lang="en-US" b="1" dirty="0">
                <a:latin typeface=""/>
              </a:rPr>
              <a:t>Periods</a:t>
            </a:r>
            <a:endParaRPr lang="en-US" i="1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DFDA73A-F0EE-503B-DF45-EC57312A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980" y="1941592"/>
            <a:ext cx="7704000" cy="1104591"/>
          </a:xfrm>
        </p:spPr>
        <p:txBody>
          <a:bodyPr/>
          <a:lstStyle/>
          <a:p>
            <a:pPr marL="139697" indent="0">
              <a:spcAft>
                <a:spcPts val="900"/>
              </a:spcAft>
              <a:buNone/>
            </a:pPr>
            <a:r>
              <a:rPr lang="en-US" sz="1350" b="1" u="sng" dirty="0">
                <a:solidFill>
                  <a:schemeClr val="bg1">
                    <a:lumMod val="10000"/>
                  </a:schemeClr>
                </a:solidFill>
              </a:rPr>
              <a:t>Question:</a:t>
            </a:r>
            <a:r>
              <a:rPr lang="en-US" sz="1350" dirty="0">
                <a:solidFill>
                  <a:schemeClr val="bg1">
                    <a:lumMod val="10000"/>
                  </a:schemeClr>
                </a:solidFill>
              </a:rPr>
              <a:t> If a driver exclusively operates during the 7 most profitable hours, identified by HPI, how much additional Net Income could they generate compared to driving randomly selected hours?</a:t>
            </a:r>
          </a:p>
          <a:p>
            <a:pPr>
              <a:spcAft>
                <a:spcPts val="450"/>
              </a:spcAft>
            </a:pP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Note: 7 most profitable hours are from 6 PM to 1 AM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DED959-DC08-69BD-6198-37DF84F26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778084"/>
              </p:ext>
            </p:extLst>
          </p:nvPr>
        </p:nvGraphicFramePr>
        <p:xfrm>
          <a:off x="1720298" y="3489557"/>
          <a:ext cx="4920216" cy="1311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036">
                  <a:extLst>
                    <a:ext uri="{9D8B030D-6E8A-4147-A177-3AD203B41FA5}">
                      <a16:colId xmlns:a16="http://schemas.microsoft.com/office/drawing/2014/main" val="2535857588"/>
                    </a:ext>
                  </a:extLst>
                </a:gridCol>
                <a:gridCol w="820036">
                  <a:extLst>
                    <a:ext uri="{9D8B030D-6E8A-4147-A177-3AD203B41FA5}">
                      <a16:colId xmlns:a16="http://schemas.microsoft.com/office/drawing/2014/main" val="1999465803"/>
                    </a:ext>
                  </a:extLst>
                </a:gridCol>
                <a:gridCol w="820036">
                  <a:extLst>
                    <a:ext uri="{9D8B030D-6E8A-4147-A177-3AD203B41FA5}">
                      <a16:colId xmlns:a16="http://schemas.microsoft.com/office/drawing/2014/main" val="3721152924"/>
                    </a:ext>
                  </a:extLst>
                </a:gridCol>
                <a:gridCol w="820036">
                  <a:extLst>
                    <a:ext uri="{9D8B030D-6E8A-4147-A177-3AD203B41FA5}">
                      <a16:colId xmlns:a16="http://schemas.microsoft.com/office/drawing/2014/main" val="3745366816"/>
                    </a:ext>
                  </a:extLst>
                </a:gridCol>
                <a:gridCol w="820036">
                  <a:extLst>
                    <a:ext uri="{9D8B030D-6E8A-4147-A177-3AD203B41FA5}">
                      <a16:colId xmlns:a16="http://schemas.microsoft.com/office/drawing/2014/main" val="1266068034"/>
                    </a:ext>
                  </a:extLst>
                </a:gridCol>
                <a:gridCol w="820036">
                  <a:extLst>
                    <a:ext uri="{9D8B030D-6E8A-4147-A177-3AD203B41FA5}">
                      <a16:colId xmlns:a16="http://schemas.microsoft.com/office/drawing/2014/main" val="4231734788"/>
                    </a:ext>
                  </a:extLst>
                </a:gridCol>
              </a:tblGrid>
              <a:tr h="785480">
                <a:tc>
                  <a:txBody>
                    <a:bodyPr/>
                    <a:lstStyle/>
                    <a:p>
                      <a:r>
                        <a:rPr lang="en-US" sz="1100" dirty="0"/>
                        <a:t>Optimize driving time?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Avg. Trip Profit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Assumed % of Idle &amp; Pick-Up Time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Net Income Per Hour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Net Income Per Week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Net Income Per Month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50196381"/>
                  </a:ext>
                </a:extLst>
              </a:tr>
              <a:tr h="290170">
                <a:tc>
                  <a:txBody>
                    <a:bodyPr/>
                    <a:lstStyle/>
                    <a:p>
                      <a:r>
                        <a:rPr lang="en-US" sz="1100" dirty="0"/>
                        <a:t>Yes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$19.57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35%</a:t>
                      </a:r>
                    </a:p>
                  </a:txBody>
                  <a:tcPr marL="68580" marR="68580" marT="34290" marB="34290">
                    <a:solidFill>
                      <a:srgbClr val="FFF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$37.89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$1,516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$6,062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30255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en-US" sz="1100" dirty="0"/>
                        <a:t>No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$19.00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40%</a:t>
                      </a:r>
                    </a:p>
                  </a:txBody>
                  <a:tcPr marL="68580" marR="68580" marT="34290" marB="34290">
                    <a:solidFill>
                      <a:srgbClr val="FFFC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$34.21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$1,368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$5,474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1445282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A15045-89E6-28B9-45BC-05C87A9C6A7D}"/>
              </a:ext>
            </a:extLst>
          </p:cNvPr>
          <p:cNvSpPr/>
          <p:nvPr/>
        </p:nvSpPr>
        <p:spPr>
          <a:xfrm>
            <a:off x="6706302" y="3569553"/>
            <a:ext cx="231258" cy="239233"/>
          </a:xfrm>
          <a:prstGeom prst="rect">
            <a:avLst/>
          </a:prstGeom>
          <a:solidFill>
            <a:srgbClr val="FFFC00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BE02A-9148-98D8-0029-E1D7EA897424}"/>
              </a:ext>
            </a:extLst>
          </p:cNvPr>
          <p:cNvSpPr txBox="1"/>
          <p:nvPr/>
        </p:nvSpPr>
        <p:spPr>
          <a:xfrm>
            <a:off x="6937560" y="3554870"/>
            <a:ext cx="10903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10000"/>
                  </a:schemeClr>
                </a:solidFill>
                <a:latin typeface="Lato"/>
                <a:ea typeface="Lato"/>
                <a:cs typeface="Lato"/>
                <a:sym typeface="Lato"/>
              </a:rPr>
              <a:t>= assumption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21848210-B7FF-C0AB-9D76-2A62306537D7}"/>
              </a:ext>
            </a:extLst>
          </p:cNvPr>
          <p:cNvSpPr txBox="1">
            <a:spLocks/>
          </p:cNvSpPr>
          <p:nvPr/>
        </p:nvSpPr>
        <p:spPr>
          <a:xfrm>
            <a:off x="698980" y="5145043"/>
            <a:ext cx="7704000" cy="815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6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1219170" marR="0" lvl="1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828754" marR="0" lvl="2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2438339" marR="0" lvl="3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3047924" marR="0" lvl="4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3657509" marR="0" lvl="5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4267093" marR="0" lvl="6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●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4876678" marR="0" lvl="7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○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5486263" marR="0" lvl="8" indent="-42332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Light"/>
              <a:buChar char="■"/>
              <a:defRPr sz="1867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39697" indent="0">
              <a:spcAft>
                <a:spcPts val="450"/>
              </a:spcAft>
              <a:buNone/>
            </a:pPr>
            <a:r>
              <a:rPr lang="en-US" sz="1350" b="1" u="sng" dirty="0">
                <a:solidFill>
                  <a:schemeClr val="bg1">
                    <a:lumMod val="10000"/>
                  </a:schemeClr>
                </a:solidFill>
              </a:rPr>
              <a:t>Answer:</a:t>
            </a:r>
            <a:r>
              <a:rPr lang="en-US" sz="1350" dirty="0">
                <a:solidFill>
                  <a:schemeClr val="bg1">
                    <a:lumMod val="10000"/>
                  </a:schemeClr>
                </a:solidFill>
              </a:rPr>
              <a:t> Considering a 40-hour work week, drivers exclusively operating during the 7 most profitable hours, as determined by HPI, could potentially earn an average of $588 more compared to those driving during randomly selected 7-hour periods.</a:t>
            </a:r>
          </a:p>
        </p:txBody>
      </p:sp>
    </p:spTree>
    <p:extLst>
      <p:ext uri="{BB962C8B-B14F-4D97-AF65-F5344CB8AC3E}">
        <p14:creationId xmlns:p14="http://schemas.microsoft.com/office/powerpoint/2010/main" val="302135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B3C49004-09F3-2174-FC05-6AF8C17375ED}"/>
              </a:ext>
            </a:extLst>
          </p:cNvPr>
          <p:cNvSpPr/>
          <p:nvPr/>
        </p:nvSpPr>
        <p:spPr>
          <a:xfrm>
            <a:off x="7006854" y="3236377"/>
            <a:ext cx="1775576" cy="2446028"/>
          </a:xfrm>
          <a:prstGeom prst="rect">
            <a:avLst/>
          </a:prstGeom>
          <a:solidFill>
            <a:srgbClr val="7BE67B">
              <a:alpha val="29804"/>
            </a:srgb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/>
          </a:p>
        </p:txBody>
      </p:sp>
      <p:sp>
        <p:nvSpPr>
          <p:cNvPr id="60" name="Title 1">
            <a:extLst>
              <a:ext uri="{FF2B5EF4-FFF2-40B4-BE49-F238E27FC236}">
                <a16:creationId xmlns:a16="http://schemas.microsoft.com/office/drawing/2014/main" id="{57E359ED-885E-DDB4-D687-812AE53836CE}"/>
              </a:ext>
            </a:extLst>
          </p:cNvPr>
          <p:cNvSpPr txBox="1">
            <a:spLocks/>
          </p:cNvSpPr>
          <p:nvPr/>
        </p:nvSpPr>
        <p:spPr>
          <a:xfrm>
            <a:off x="720000" y="1133351"/>
            <a:ext cx="7704000" cy="487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 ExtraBold"/>
              <a:buNone/>
              <a:defRPr sz="3000" b="0" i="0" u="none" strike="noStrike" cap="none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sz="2100" b="1" dirty="0">
                <a:latin typeface=""/>
              </a:rPr>
              <a:t>Details of </a:t>
            </a:r>
            <a:r>
              <a:rPr lang="en-US" sz="2100" b="1" i="1" dirty="0">
                <a:latin typeface=""/>
              </a:rPr>
              <a:t>Hourly Profitability Index (HPI)</a:t>
            </a:r>
            <a:r>
              <a:rPr lang="en-US" sz="2100" b="1" dirty="0">
                <a:latin typeface=""/>
              </a:rPr>
              <a:t> calculation</a:t>
            </a:r>
            <a:endParaRPr lang="en-US" sz="2100" b="1" i="1" dirty="0">
              <a:latin typeface="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AF00A78-235F-E805-FAA2-CF55FCE49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680989"/>
            <a:ext cx="7704000" cy="1284021"/>
          </a:xfrm>
          <a:ln>
            <a:solidFill>
              <a:schemeClr val="bg1">
                <a:lumMod val="10000"/>
              </a:schemeClr>
            </a:solidFill>
          </a:ln>
        </p:spPr>
        <p:txBody>
          <a:bodyPr/>
          <a:lstStyle/>
          <a:p>
            <a:pPr>
              <a:spcBef>
                <a:spcPts val="375"/>
              </a:spcBef>
              <a:spcAft>
                <a:spcPts val="375"/>
              </a:spcAft>
            </a:pPr>
            <a:r>
              <a:rPr lang="en-US" b="1" i="1" dirty="0">
                <a:latin typeface=""/>
              </a:rPr>
              <a:t>HPI</a:t>
            </a:r>
            <a:r>
              <a:rPr lang="en-US" dirty="0">
                <a:latin typeface=""/>
              </a:rPr>
              <a:t> is equally driven by Profitability of Trips and Demand for Trips in its calculation</a:t>
            </a:r>
          </a:p>
          <a:p>
            <a:pPr>
              <a:spcBef>
                <a:spcPts val="375"/>
              </a:spcBef>
              <a:spcAft>
                <a:spcPts val="375"/>
              </a:spcAft>
            </a:pPr>
            <a:r>
              <a:rPr lang="en-US" dirty="0"/>
              <a:t>Each of these drivers has an index (whose calculation is detailed below) that identifies how profitable or high-demand trips are at a given time of day</a:t>
            </a:r>
          </a:p>
          <a:p>
            <a:pPr>
              <a:spcBef>
                <a:spcPts val="375"/>
              </a:spcBef>
              <a:spcAft>
                <a:spcPts val="375"/>
              </a:spcAft>
            </a:pPr>
            <a:r>
              <a:rPr lang="en-US" dirty="0"/>
              <a:t>Indices are standardized (via Z-Score calculation) and weighted (with equal weighting of 0.5) and then added together to arrive at </a:t>
            </a:r>
            <a:r>
              <a:rPr lang="en-US" b="1" i="1" dirty="0"/>
              <a:t>HPI</a:t>
            </a:r>
            <a:r>
              <a:rPr lang="en-US" dirty="0"/>
              <a:t> metric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FB71BA-634E-3BEA-16DE-0DBB636CC124}"/>
              </a:ext>
            </a:extLst>
          </p:cNvPr>
          <p:cNvSpPr/>
          <p:nvPr/>
        </p:nvSpPr>
        <p:spPr>
          <a:xfrm>
            <a:off x="412023" y="3803188"/>
            <a:ext cx="1725122" cy="698884"/>
          </a:xfrm>
          <a:prstGeom prst="rect">
            <a:avLst/>
          </a:prstGeom>
          <a:solidFill>
            <a:srgbClr val="AB87EA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u="sng" dirty="0">
                <a:solidFill>
                  <a:schemeClr val="bg1">
                    <a:lumMod val="10000"/>
                  </a:schemeClr>
                </a:solidFill>
              </a:rPr>
              <a:t>Index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:</a:t>
            </a:r>
          </a:p>
          <a:p>
            <a:pPr algn="ctr"/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Profitability of Trips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BD4255-E82A-AAB6-C23E-DDB11038D1DE}"/>
              </a:ext>
            </a:extLst>
          </p:cNvPr>
          <p:cNvSpPr/>
          <p:nvPr/>
        </p:nvSpPr>
        <p:spPr>
          <a:xfrm>
            <a:off x="3709439" y="3798834"/>
            <a:ext cx="1725122" cy="698884"/>
          </a:xfrm>
          <a:prstGeom prst="rect">
            <a:avLst/>
          </a:prstGeom>
          <a:solidFill>
            <a:srgbClr val="AB87EA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u="sng" dirty="0">
                <a:solidFill>
                  <a:schemeClr val="bg1">
                    <a:lumMod val="10000"/>
                  </a:schemeClr>
                </a:solidFill>
              </a:rPr>
              <a:t>Standardized Index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:</a:t>
            </a:r>
          </a:p>
          <a:p>
            <a:pPr algn="ctr"/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Profitability of Trips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10CA14-2178-9AC8-90A0-DF0BE0B8B7E5}"/>
              </a:ext>
            </a:extLst>
          </p:cNvPr>
          <p:cNvSpPr/>
          <p:nvPr/>
        </p:nvSpPr>
        <p:spPr>
          <a:xfrm>
            <a:off x="7029664" y="3827773"/>
            <a:ext cx="1725122" cy="632294"/>
          </a:xfrm>
          <a:prstGeom prst="rect">
            <a:avLst/>
          </a:prstGeom>
          <a:solidFill>
            <a:srgbClr val="AB87EA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u="sng" dirty="0">
                <a:solidFill>
                  <a:schemeClr val="bg1">
                    <a:lumMod val="10000"/>
                  </a:schemeClr>
                </a:solidFill>
              </a:rPr>
              <a:t>Weighted &amp; Standardized Index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:</a:t>
            </a:r>
          </a:p>
          <a:p>
            <a:pPr algn="ctr"/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Profitability of Trips</a:t>
            </a:r>
          </a:p>
          <a:p>
            <a:pPr algn="ctr"/>
            <a:endParaRPr lang="en-US" sz="1050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36E4642-14BC-FC64-AB7B-258F3D4451DA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2137145" y="4148275"/>
            <a:ext cx="1572294" cy="4355"/>
          </a:xfrm>
          <a:prstGeom prst="straightConnector1">
            <a:avLst/>
          </a:prstGeom>
          <a:ln w="28575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7883262-ADB9-0BF4-003F-5D1840A306CD}"/>
              </a:ext>
            </a:extLst>
          </p:cNvPr>
          <p:cNvSpPr/>
          <p:nvPr/>
        </p:nvSpPr>
        <p:spPr>
          <a:xfrm>
            <a:off x="2489115" y="3827772"/>
            <a:ext cx="869869" cy="627939"/>
          </a:xfrm>
          <a:prstGeom prst="roundRect">
            <a:avLst/>
          </a:prstGeom>
          <a:solidFill>
            <a:srgbClr val="0072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Z-Score Calculation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5BBA064-9D83-00A3-3F9D-1AFA3959F352}"/>
              </a:ext>
            </a:extLst>
          </p:cNvPr>
          <p:cNvSpPr/>
          <p:nvPr/>
        </p:nvSpPr>
        <p:spPr>
          <a:xfrm>
            <a:off x="7573248" y="3361940"/>
            <a:ext cx="637953" cy="31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i="1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HPI </a:t>
            </a:r>
          </a:p>
          <a:p>
            <a:pPr algn="ctr"/>
            <a:r>
              <a:rPr lang="en-US" sz="1500" b="1" i="1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72E2CAA-F4F8-E5B0-95A8-401648221571}"/>
              </a:ext>
            </a:extLst>
          </p:cNvPr>
          <p:cNvSpPr/>
          <p:nvPr/>
        </p:nvSpPr>
        <p:spPr>
          <a:xfrm>
            <a:off x="7573248" y="4447758"/>
            <a:ext cx="637953" cy="3116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bg1">
                    <a:lumMod val="1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14C3CA-158D-1015-CFCB-C777720541FD}"/>
              </a:ext>
            </a:extLst>
          </p:cNvPr>
          <p:cNvCxnSpPr>
            <a:cxnSpLocks/>
          </p:cNvCxnSpPr>
          <p:nvPr/>
        </p:nvCxnSpPr>
        <p:spPr>
          <a:xfrm flipV="1">
            <a:off x="5434561" y="4143919"/>
            <a:ext cx="1572294" cy="4355"/>
          </a:xfrm>
          <a:prstGeom prst="straightConnector1">
            <a:avLst/>
          </a:prstGeom>
          <a:ln w="28575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6C3CE66-1763-DE28-2F85-3BC0BE9E0E8D}"/>
              </a:ext>
            </a:extLst>
          </p:cNvPr>
          <p:cNvSpPr/>
          <p:nvPr/>
        </p:nvSpPr>
        <p:spPr>
          <a:xfrm>
            <a:off x="5695314" y="3827771"/>
            <a:ext cx="1050788" cy="6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Weight Calculation: Multiply by 0.5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81DDD5-B16F-62DF-DB2E-92CCDCA80E3D}"/>
              </a:ext>
            </a:extLst>
          </p:cNvPr>
          <p:cNvSpPr/>
          <p:nvPr/>
        </p:nvSpPr>
        <p:spPr>
          <a:xfrm>
            <a:off x="412023" y="4724053"/>
            <a:ext cx="1725122" cy="698884"/>
          </a:xfrm>
          <a:prstGeom prst="rect">
            <a:avLst/>
          </a:prstGeom>
          <a:solidFill>
            <a:srgbClr val="A7B4F0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u="sng" dirty="0">
                <a:solidFill>
                  <a:schemeClr val="bg1">
                    <a:lumMod val="10000"/>
                  </a:schemeClr>
                </a:solidFill>
              </a:rPr>
              <a:t>Index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:</a:t>
            </a:r>
          </a:p>
          <a:p>
            <a:pPr algn="ctr"/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Demand for Trips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15E0DE-4706-39D4-11BE-CB08C89291FB}"/>
              </a:ext>
            </a:extLst>
          </p:cNvPr>
          <p:cNvSpPr/>
          <p:nvPr/>
        </p:nvSpPr>
        <p:spPr>
          <a:xfrm>
            <a:off x="3709439" y="4719699"/>
            <a:ext cx="1725122" cy="698884"/>
          </a:xfrm>
          <a:prstGeom prst="rect">
            <a:avLst/>
          </a:prstGeom>
          <a:solidFill>
            <a:srgbClr val="A7B4F0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u="sng" dirty="0">
                <a:solidFill>
                  <a:schemeClr val="bg1">
                    <a:lumMod val="10000"/>
                  </a:schemeClr>
                </a:solidFill>
              </a:rPr>
              <a:t>Standardized Index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:</a:t>
            </a:r>
          </a:p>
          <a:p>
            <a:pPr algn="ctr"/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Demand for Trips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7BBE92-4259-CBB9-2248-1F54F1929509}"/>
              </a:ext>
            </a:extLst>
          </p:cNvPr>
          <p:cNvSpPr/>
          <p:nvPr/>
        </p:nvSpPr>
        <p:spPr>
          <a:xfrm>
            <a:off x="7029664" y="4748638"/>
            <a:ext cx="1725122" cy="632294"/>
          </a:xfrm>
          <a:prstGeom prst="rect">
            <a:avLst/>
          </a:prstGeom>
          <a:solidFill>
            <a:srgbClr val="A7B4F0"/>
          </a:solidFill>
          <a:ln>
            <a:solidFill>
              <a:schemeClr val="bg1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u="sng" dirty="0">
                <a:solidFill>
                  <a:schemeClr val="bg1">
                    <a:lumMod val="10000"/>
                  </a:schemeClr>
                </a:solidFill>
              </a:rPr>
              <a:t>Weighted &amp; Standardized Index</a:t>
            </a:r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:</a:t>
            </a:r>
          </a:p>
          <a:p>
            <a:pPr algn="ctr"/>
            <a:r>
              <a:rPr lang="en-US" sz="1050" dirty="0">
                <a:solidFill>
                  <a:schemeClr val="bg1">
                    <a:lumMod val="10000"/>
                  </a:schemeClr>
                </a:solidFill>
              </a:rPr>
              <a:t>Demand for Trips</a:t>
            </a:r>
          </a:p>
          <a:p>
            <a:pPr algn="ctr"/>
            <a:endParaRPr lang="en-US" sz="1050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E85642-C3A2-234F-830C-E34CF878B532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2137145" y="5069140"/>
            <a:ext cx="1572294" cy="4355"/>
          </a:xfrm>
          <a:prstGeom prst="straightConnector1">
            <a:avLst/>
          </a:prstGeom>
          <a:ln w="28575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1DD1EA9-1ECF-C41B-6B69-A8BD8880998E}"/>
              </a:ext>
            </a:extLst>
          </p:cNvPr>
          <p:cNvSpPr/>
          <p:nvPr/>
        </p:nvSpPr>
        <p:spPr>
          <a:xfrm>
            <a:off x="2489115" y="4748637"/>
            <a:ext cx="869869" cy="627939"/>
          </a:xfrm>
          <a:prstGeom prst="roundRect">
            <a:avLst/>
          </a:prstGeom>
          <a:solidFill>
            <a:srgbClr val="0072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Z-Score Calculation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0C274E-F8D1-F1BB-56A9-25D4F2712062}"/>
              </a:ext>
            </a:extLst>
          </p:cNvPr>
          <p:cNvCxnSpPr>
            <a:cxnSpLocks/>
          </p:cNvCxnSpPr>
          <p:nvPr/>
        </p:nvCxnSpPr>
        <p:spPr>
          <a:xfrm flipV="1">
            <a:off x="5434561" y="5064784"/>
            <a:ext cx="1572294" cy="4355"/>
          </a:xfrm>
          <a:prstGeom prst="straightConnector1">
            <a:avLst/>
          </a:prstGeom>
          <a:ln w="28575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3701B5B-EF03-5D93-BBC9-BFE565D20759}"/>
              </a:ext>
            </a:extLst>
          </p:cNvPr>
          <p:cNvSpPr/>
          <p:nvPr/>
        </p:nvSpPr>
        <p:spPr>
          <a:xfrm>
            <a:off x="5695314" y="4748636"/>
            <a:ext cx="1050788" cy="63229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Weight Calculation: Multiply by 0.5</a:t>
            </a:r>
          </a:p>
        </p:txBody>
      </p:sp>
    </p:spTree>
    <p:extLst>
      <p:ext uri="{BB962C8B-B14F-4D97-AF65-F5344CB8AC3E}">
        <p14:creationId xmlns:p14="http://schemas.microsoft.com/office/powerpoint/2010/main" val="3666201445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Grayscale Pitch Deck XL by Slidesgo">
  <a:themeElements>
    <a:clrScheme name="Simple Light">
      <a:dk1>
        <a:srgbClr val="383838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5F6F1"/>
      </a:lt1>
      <a:dk2>
        <a:srgbClr val="E5E5DB"/>
      </a:dk2>
      <a:lt2>
        <a:srgbClr val="C7C0B5"/>
      </a:lt2>
      <a:accent1>
        <a:srgbClr val="B9B5AA"/>
      </a:accent1>
      <a:accent2>
        <a:srgbClr val="212121"/>
      </a:accent2>
      <a:accent3>
        <a:srgbClr val="B7B7B7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Bayesian Data Analysis - Master of Science in Biostatistics by Slidesgo">
  <a:themeElements>
    <a:clrScheme name="Simple Light">
      <a:dk1>
        <a:srgbClr val="2D3538"/>
      </a:dk1>
      <a:lt1>
        <a:srgbClr val="EDEEF3"/>
      </a:lt1>
      <a:dk2>
        <a:srgbClr val="3F4850"/>
      </a:dk2>
      <a:lt2>
        <a:srgbClr val="CDD1E0"/>
      </a:lt2>
      <a:accent1>
        <a:srgbClr val="2544D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D3538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Grayscale Pitch Deck XL</Template>
  <TotalTime>12164</TotalTime>
  <Words>605</Words>
  <Application>Microsoft Macintosh PowerPoint</Application>
  <PresentationFormat>On-screen Show (4:3)</PresentationFormat>
  <Paragraphs>82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7</vt:i4>
      </vt:variant>
    </vt:vector>
  </HeadingPairs>
  <TitlesOfParts>
    <vt:vector size="27" baseType="lpstr">
      <vt:lpstr>Aptos</vt:lpstr>
      <vt:lpstr>Arial</vt:lpstr>
      <vt:lpstr>Calibri</vt:lpstr>
      <vt:lpstr>Cambria Math</vt:lpstr>
      <vt:lpstr>Didact Gothic</vt:lpstr>
      <vt:lpstr>Julius Sans One</vt:lpstr>
      <vt:lpstr>Lato</vt:lpstr>
      <vt:lpstr>Lato Light</vt:lpstr>
      <vt:lpstr>Montserrat</vt:lpstr>
      <vt:lpstr>Nunito Light</vt:lpstr>
      <vt:lpstr>Outfit ExtraBold</vt:lpstr>
      <vt:lpstr>Proxima Nova</vt:lpstr>
      <vt:lpstr>Proxima Nova Semibold</vt:lpstr>
      <vt:lpstr>Questrial</vt:lpstr>
      <vt:lpstr>Minimalist Grayscale Pitch Deck XL by Slidesgo</vt:lpstr>
      <vt:lpstr>Slidesgo Final Pages</vt:lpstr>
      <vt:lpstr>1_Slidesgo Final Pages</vt:lpstr>
      <vt:lpstr>2_Slidesgo Final Pages</vt:lpstr>
      <vt:lpstr>Bayesian Data Analysis - Master of Science in Biostatistics by Slidesgo</vt:lpstr>
      <vt:lpstr>3_Slidesgo Final Pages</vt:lpstr>
      <vt:lpstr>Analysis of Rideshare Driver Pay in NYC – What are the most Profitable Times to Drive?</vt:lpstr>
      <vt:lpstr>Sources of Driver Pay</vt:lpstr>
      <vt:lpstr>PowerPoint Presentation</vt:lpstr>
      <vt:lpstr>PowerPoint Presentation</vt:lpstr>
      <vt:lpstr>Interplay between Profitability and Demand drives variations in HPI</vt:lpstr>
      <vt:lpstr>Optimizing for Driving During High HPI Periods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 DiFiore</dc:creator>
  <cp:lastModifiedBy>Nick DiFiore</cp:lastModifiedBy>
  <cp:revision>31</cp:revision>
  <dcterms:created xsi:type="dcterms:W3CDTF">2024-02-19T12:32:49Z</dcterms:created>
  <dcterms:modified xsi:type="dcterms:W3CDTF">2024-02-28T02:23:33Z</dcterms:modified>
</cp:coreProperties>
</file>